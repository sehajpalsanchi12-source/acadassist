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ECE213 (Digital Electronics).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ECE213.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ECE213: Digital Electronics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ECE213.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Digital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Digital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Digital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Digital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Execute_ece213_routine(dataset,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ECE213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