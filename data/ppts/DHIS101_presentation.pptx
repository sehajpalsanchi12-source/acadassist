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DHIS101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DHIS101.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DHIS101: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DHIS101.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DHIS101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Execute_dhis101_routine(dataset,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DHIS101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DHIS101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DHIS101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