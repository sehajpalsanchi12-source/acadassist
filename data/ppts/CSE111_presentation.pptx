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CSE111 (Orientation To Computing).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CSE111.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CSE111: Orientation To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CSE111.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Computer Languages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Computer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Computer Hardware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Number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Version Control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Modern AI Trends and Tools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Computer Languages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Computer within Orientation To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Languages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Computer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Computer]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Computer Fundamentals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Computer within Orientation To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Fundamentals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Computer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Computer]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Computer Hardware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Computer within Orientation To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Hardware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Computer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Computer]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Number Systems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Number within Orientation To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Systems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Number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Number]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CSE111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Execute_cse111_routine(dataset,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CSE111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CSE111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