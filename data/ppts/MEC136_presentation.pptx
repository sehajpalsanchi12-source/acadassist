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MEC136 (Engineering Drawing With Autocad).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MEC136.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MEC136: Engineering Drawing With Autocad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MEC136.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Introduction to Engineering Drawing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Projection of Points and Lines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Orthographic Projections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Sectional Views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Isometric Views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Development of Surfaces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Introduction to Engineering Drawing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Engineering within Engineering Drawing With Autocad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Drawing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Engineering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Engineering]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Projection of Points and Lines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Projection within Engineering Drawing With Autocad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Points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Projection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Projection]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Orthographic Projections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Orthographic within Engineering Drawing With Autocad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Projections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Orthographic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Orthographic]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Sectional Views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Sectional within Engineering Drawing With Autocad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Views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Sectional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Sectional]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MEC136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Execute_mec136_routine(dataset,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MEC136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MEC136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MEC136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