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DEMKT503 (Marketing Management).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DEMKT503.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DEMKT503: Marketing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DEMKT503.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Marketing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Marketing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Marketing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Marketing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DEMKT503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Execute_demkt503_routine(dataset,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DEMKT503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DEMKT503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DEMKT503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