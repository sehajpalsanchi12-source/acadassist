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CSE376 (Automated Testing).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CSE376.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CSE376: Automated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CSE376.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Automated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Automated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Automated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Automated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Execute_cse376_routine(dataset,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CSE376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