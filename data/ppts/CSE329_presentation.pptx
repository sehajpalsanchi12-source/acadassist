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CSE329 (Prelude To Competitive Coding).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CSE329.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CSE329: Prelude To Competitive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CSE329.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Prelude To Competitive Coding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Prelude To Competitive Coding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Prelude To Competitive Coding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Prelude To Competitive Coding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Execute_cse329_routine(dataset,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CSE329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CSE329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