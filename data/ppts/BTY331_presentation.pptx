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BTY331 (Microbiology Laboratory).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BTY331.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1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BTY331: Microbiology Laboratory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BTY331.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BTY331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BTY331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Microbiology Laboratory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BTY331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Microbiology Laboratory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BTY331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Microbiology Laboratory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BTY331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Microbiology Laboratory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BTY331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BTY331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Execute_bty331_routine(dataset,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BTY331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BTY331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BTY331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BTY331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BTY331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BTY331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BTY331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