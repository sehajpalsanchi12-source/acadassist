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BTY426 (Cell And Molecular Biology).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BTY426.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BTY426: Cell And Molecular Biology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BTY426.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BTY426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BTY426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Cell And Molecular Biology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BTY426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Cell And Molecular Biology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BTY426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Cell And Molecular Biology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BTY426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Cell And Molecular Biology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BTY426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BTY426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Execute_bty426_routine(dataset,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BTY426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BTY426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BTY426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BTY426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BTY426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BTY426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BTY426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