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CSE332 (Industry Ethics And Legal Issues).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CSE332.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6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CSE332: Industry Ethics And Legal 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CSE332.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Industry Ethics And Legal Issues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Industry Ethics And Legal Issues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Industry Ethics And Legal Issues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Industry Ethics And Legal Issues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Execute_cse332_routine(dataset,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CSE332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CSE332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