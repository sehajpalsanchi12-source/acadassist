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BTY107M (Programme Orientation-I).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BTY107M.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BTY107M: Programme Orientation-I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BTY107M.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BTY107M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Execute_bty107m_routine(dataset,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BTY107M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BTY107M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BTY107M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