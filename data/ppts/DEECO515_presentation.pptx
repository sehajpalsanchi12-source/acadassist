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DEECO515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DEECO515.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DEECO515: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DEECO515.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DEECO515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Execute_deeco515_routine(dataset,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DEECO515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DEECO515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DEECO515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