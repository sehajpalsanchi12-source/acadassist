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FIN215 (Mutual Funds And Exchange Traded Funds).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FIN215.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FIN215: Mutual Funds And Exchange Traded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FIN215.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Mutual Funds And Exchange Traded Funds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Mutual Funds And Exchange Traded Funds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Mutual Funds And Exchange Traded Funds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Mutual Funds And Exchange Traded Funds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FIN215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Execute_fin215_routine(dataset,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FIN215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FIN215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