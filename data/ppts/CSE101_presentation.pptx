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CSE101 (Computer Programming).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CSE101.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CSE101: Computer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CSE101.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Basics and introduction to C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Control structures and Input/Output functions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User defined functions and Storage classes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Arrays in C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Pointers, Dynamic memory allocation and Strings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Derived types including structures and unions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Basics and introduction to C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Basics within Computer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Basics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Basics]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Control structures and Input/Output functions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Control within Computer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structures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Control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Control]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User defined functions and Storage classes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User within Computer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defined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User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User]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Arrays in C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Arrays within Computer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Arrays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Arrays]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CSE101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Execute_cse101_routine(dataset,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CSE101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What will be the output of the following C code snippet?</a:t>
            </a:r>
            <a:br/>
            <a:r>
              <a:t>int a = 5, b = 2;</a:t>
            </a:r>
            <a:br/>
            <a:r>
              <a:t>printf("%f", (f...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Which header file is required to use dynamic memory allocation functions like malloc() and...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B (10M): Write a complete C program to multiply two matrices of dimensions m x n and n x p. Validat...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