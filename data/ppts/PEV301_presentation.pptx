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PEV301 (Verbal Ability).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PEV301.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PEV301: Verbal 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PEV301.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Verbal 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Verbal 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Verbal 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Verbal 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PEV301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Execute_pev301_routine(dataset,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PEV301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PEV301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PEV301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