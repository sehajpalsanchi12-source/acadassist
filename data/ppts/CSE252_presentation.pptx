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CSE252 (Introduction To Artificial Intelligence And Machine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CSE252.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CSE252: Introduction To Artificial Intelligence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CSE252.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Artificial Intelligence And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Artificial Intelligence And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Artificial Intelligence And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Artificial Intelligence And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Execute_cse252_routine(dataset,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CSE252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