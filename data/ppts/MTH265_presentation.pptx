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MTH265 (Discrete Mathematics For Computing).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MTH265.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MTH265: Discrete Mathematics For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MTH265.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MTH265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MTH265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Discrete Mathematics For Computing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MTH265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Discrete Mathematics For Computing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MTH265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Discrete Mathematics For Computing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MTH265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Discrete Mathematics For Computing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MTH265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MTH265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Execute_mth265_routine(dataset,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MTH265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MTH265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MTH265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MTH265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MTH265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MTH265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MTH265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