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PSY291 (Psychological Testing).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PSY291.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PSY291: Psychological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PSY291.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Psychological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Psychological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Psychological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Psychological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PSY291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Execute_psy291_routine(dataset,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PSY291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PSY291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