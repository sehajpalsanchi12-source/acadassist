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ECE249 (Basic Electrical And Electronics Engineering).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ECE249.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ECE249: Basic Electrical And Electronics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ECE249.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Fundamentals of Electrical Laws, Semiconductor Devices and its Applications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Introduction of Arduino and Sensors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Introduction to number system and logic gates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Introduction to Combinational Logic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Introduction to Sequential Logic Circuits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Applications of Sequential Circuits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Fundamentals of Electrical Laws, Semiconductor Devices and its Applications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Fundamentals within Basic Electrical And Electronics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Electrical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Fundamentals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Fundamentals]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Introduction of Arduino and Sensors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Arduino within Basic Electrical And Electronics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Sensors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Arduino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Arduino]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Introduction to number system and logic gates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number within Basic Electrical And Electronics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system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number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number]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Introduction to Combinational Logic Circuits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Combinational within Basic Electrical And Electronics Engineering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Logic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Combinational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Combinational]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ECE249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Execute_ece249_routine(dataset,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ECE249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ECE249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ECE249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