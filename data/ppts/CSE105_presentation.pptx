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CSE105 (Creative Engineering Workshop).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CSE105.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2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CSE105: Creative Engineering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CSE105.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Creative Engineering Workshop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Creative Engineering Workshop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Creative Engineering Workshop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Creative Engineering Workshop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CSE105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Execute_cse105_routine(dataset,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CSE105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CSE105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