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ASE202 (Propulsion-I).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ASE202.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ASE202: Propulsion-I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ASE202.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Propulsion-I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Propulsion-I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Propulsion-I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Propulsion-I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ASE202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Execute_ase202_routine(dataset,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ASE202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ASE202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ASE202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