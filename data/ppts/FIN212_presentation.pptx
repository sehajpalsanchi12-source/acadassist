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FIN212 (Basic Financial Management).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FIN212.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FIN212: Basic Financial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FIN212.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Basic Financial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Basic Financial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Basic Financial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Basic Financial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FIN212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Execute_fin212_routine(dataset,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FIN212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FIN212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