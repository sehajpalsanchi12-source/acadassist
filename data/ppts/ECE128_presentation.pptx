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ECE128 (Introduction To Iot Networking Protocols).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ECE128.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ECE128: Introduction To Iot Networking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ECE128.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Introduction To Iot Networking Protocols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Introduction To Iot Networking Protocols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Introduction To Iot Networking Protocols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Introduction To Iot Networking Protocols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ECE128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Execute_ece128_routine(dataset,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ECE128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ECE128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