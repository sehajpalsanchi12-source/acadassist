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PEL100 (Communication Skills Essentials).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PEL100.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PEL100: Communication Skills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PEL100.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Communication Skills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Communication Skills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Communication Skills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Communication Skills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Execute_pel100_routine(dataset,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PEL100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