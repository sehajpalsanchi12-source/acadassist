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INT323 (Database Essentials Toward Informatica).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INT323.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INT323: Database Essentials Toward Informatica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INT323.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Database Essentials Toward Informatica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Database Essentials Toward Informatica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Database Essentials Toward Informatica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Database Essentials Toward Informatica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Execute_int323_routine(dataset,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INT323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INT323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INT323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