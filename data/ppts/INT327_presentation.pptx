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INT327 (Cloud Infrastructure And Resource Management).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INT327.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INT327: Cloud Infrastructure And 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INT327.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Cloud Infrastructure And Resource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Cloud Infrastructure And Resource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Cloud Infrastructure And Resource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Cloud Infrastructure And Resource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Execute_int327_routine(dataset,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INT327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