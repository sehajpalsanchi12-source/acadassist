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FSC105 (Forensic Dermatoglyphics And Impression Analysis Laboratory).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FSC105.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FSC105: Forensic Dermatoglyphics And Impression Analysis Laboratory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FSC105.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Forensic Dermatoglyphics And Impression Analysis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Forensic Dermatoglyphics And Impression Analysis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Forensic Dermatoglyphics And Impression Analysis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Forensic Dermatoglyphics And Impression Analysis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FSC105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Execute_fsc105_routine(dataset,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FSC105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FSC105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