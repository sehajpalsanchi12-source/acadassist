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MTH302 (Probability And Statistics).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MTH302.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MTH302: Probability And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MTH302.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Probability And Statistics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Probability And Statistics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Probability And Statistics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Probability And Statistics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MTH302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Execute_mth302_routine(dataset,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MTH302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MTH302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MTH302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