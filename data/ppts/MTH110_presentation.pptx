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MTH110 (Remedial Mathematics).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MTH110.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MTH110: Remedial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MTH110.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Remedial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Remedial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Remedial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Remedial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Execute_mth110_routine(dataset,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MTH110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