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BTY105 (Fundamentals Of Biochemistry).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BTY105.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BTY105: Fundamentals Of Biochemistry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BTY105.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Fundamentals Of Biochemistry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Fundamentals Of Biochemistry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Fundamentals Of Biochemistry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Fundamentals Of Biochemistry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BTY105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Execute_bty105_routine(dataset,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BTY105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BTY105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