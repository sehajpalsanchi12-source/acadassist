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BTY559 (Biotechnology Laboratory-Ii).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BTY559.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BTY559: Biotechnology Laboratory-Ii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BTY559.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Biotechnology Laboratory-Ii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Biotechnology Laboratory-Ii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Biotechnology Laboratory-Ii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Biotechnology Laboratory-Ii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BTY559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Execute_bty559_routine(dataset,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BTY559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BTY559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