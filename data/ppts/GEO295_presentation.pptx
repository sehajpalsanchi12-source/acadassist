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GEO295 (Physical Geography).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GEO295.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GEO295: Physical Geography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GEO295.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Physical Geography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Physical Geography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Physical Geography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Physical Geography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GEO295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Execute_geo295_routine(dataset,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GEO295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GEO295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