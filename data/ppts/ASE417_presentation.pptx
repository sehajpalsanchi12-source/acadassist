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ASE417 (Aeroacoustics).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ASE417.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ASE417: Aeroacoustics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ASE417.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ASE417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ASE417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Aeroacoustics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ASE417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Aeroacoustics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ASE417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Aeroacoustics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ASE417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Aeroacoustics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ASE417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ASE417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Execute_ase417_routine(dataset,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ASE417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ASE417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ASE417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ASE417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ASE417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ASE417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ASE417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