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EFIN542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EFIN542.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EFIN542: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EFIN542.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EFIN542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Execute_efin542_routine(dataset,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EFIN542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EFIN542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EFIN542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