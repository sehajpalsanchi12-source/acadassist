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ECE226 (Analog Electronic Devices And Circuits).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ECE226.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ECE226: Analog Electronic Devices And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ECE226.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Analog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Analog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Analog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Analog Electronic Devices And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Execute_ece226_routine(dataset,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ECE226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