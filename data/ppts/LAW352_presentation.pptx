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LAW352 (Trademarks And Allied Laws).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LAW352.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6 • 3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LAW352: Trademarks And Allied Laws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LAW352.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LAW352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LAW352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Trademarks And Allied Laws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LAW352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Trademarks And Allied Laws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LAW352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Trademarks And Allied Laws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LAW352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Trademarks And Allied Laws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LAW352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LAW352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Execute_law352_routine(dataset,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LAW352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LAW352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LAW352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LAW352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LAW352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LAW352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LAW352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