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PEL134 (Upper Intermediate Communication Skills-Ii).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PEL134.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PEL134: Upper Intermediate Communication Skills-Ii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PEL134.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Upper Intermediate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Upper Intermediate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Upper Intermediate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Upper Intermediate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PEL134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Execute_pel134_routine(dataset,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PEL134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PEL134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