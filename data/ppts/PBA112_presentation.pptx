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PBA112 (Elements Of Public Administration).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PBA112.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PBA112: Elements Of Public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PBA112.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Elements Of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Elements Of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Elements Of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Elements Of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PBA112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Execute_pba112_routine(dataset,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PBA112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PBA112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