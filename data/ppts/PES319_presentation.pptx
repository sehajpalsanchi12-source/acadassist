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PES319 (Soft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PES319.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PES319: Soft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PES319.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PES319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Execute_pes319_routine(dataset,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PES319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PES319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PES319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