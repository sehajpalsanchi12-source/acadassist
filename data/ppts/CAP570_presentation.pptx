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CAP570 (Advanced Database Techniques).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CAP570.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CAP570: Advanced Database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CAP570.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Database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Database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Database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Database Techniques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CAP570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Execute_cap570_routine(dataset,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CAP570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CAP570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CAP570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