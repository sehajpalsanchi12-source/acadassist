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CSE494 (Intelligent Nosql Databases).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CSE494.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CSE494: Intelligent Nosql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CSE494.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Intelligent Nosql Databases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Intelligent Nosql Databases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Intelligent Nosql Databases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Intelligent Nosql Databases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Execute_cse494_routine(dataset,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CSE494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