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GEN532 (Research Methodology).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GEN532.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GEN532: 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GEN532.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Research Methodology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GEN532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Execute_gen532_routine(dataset,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GEN532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GEN532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GEN532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