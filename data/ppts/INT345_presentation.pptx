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INT345 (Computer Vision).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INT345.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6 • 3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INT345: Computer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INT345.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INT345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INT345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Computer Vision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INT345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Computer Vision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INT345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Computer Vision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INT345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Computer Vision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INT345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INT345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Execute_int345_routine(dataset,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INT345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INT345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INT345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INT345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INT345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INT345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INT345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