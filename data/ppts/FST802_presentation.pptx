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FST802 (Indian Culture Studies).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FST802.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FST802: Indian Culture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FST802.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Indian Culture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Indian Culture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Indian Culture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Indian Culture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FST802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Execute_fst802_routine(dataset,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FST802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FST802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