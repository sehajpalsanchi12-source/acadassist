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PTH214 (Fundamentals Of Nematology).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PTH214.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PTH214: Fundamentals Of Nematology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PTH214.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PTH214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PTH214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Fundamentals Of Nematology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PTH214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Fundamentals Of Nematology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PTH214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Fundamentals Of Nematology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PTH214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Fundamentals Of Nematology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PTH214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PTH214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Execute_pth214_routine(dataset,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PTH214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PTH214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PTH214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PTH214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PTH214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PTH214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PTH214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