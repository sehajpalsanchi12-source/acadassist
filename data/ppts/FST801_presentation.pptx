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FST801 (Fashion Studies).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FST801.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FST801: Fashion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FST801.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Fashion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Fashion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Fashion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Fashion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FST801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Execute_fst801_routine(dataset,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FST801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FST801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