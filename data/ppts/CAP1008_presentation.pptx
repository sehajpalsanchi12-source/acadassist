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CAP1008 (C Programming).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CAP1008.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CAP1008: 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CAP1008.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CAP1008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Execute_cap1008_routine(dataset,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CAP1008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CAP1008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