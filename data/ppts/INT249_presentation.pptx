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INT249 (System Administration).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INT249.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INT249: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INT249.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Execute_int249_routine(dataset,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INT249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