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INT245 (Penetration Testing).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INT245.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INT245: Penetration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INT245.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Penetration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Penetration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Penetration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Penetration Testing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Execute_int245_routine(dataset,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INT245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