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INT255 (Mathematics Behind Machine Learning).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INT255.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4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INT255: Mathematics Behind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INT255.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Mathematics Behind Machine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Mathematics Behind Machine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Mathematics Behind Machine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Mathematics Behind Machine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INT255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Execute_int255_routine(dataset,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INT255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INT255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