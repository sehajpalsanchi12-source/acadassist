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INT253 (Web Development In Python Using Django).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INT253.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7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INT253: Web Development In Python Using Django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INT253.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Web Development In Python Using Django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Web Development In Python Using Django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Web Development In Python Using Django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Web Development In Python Using Django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INT253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Execute_int253_routine(dataset,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INT253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INT253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