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INT257 (Modern Web Application Development).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INT257.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INT257: Modern Web Application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INT257.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Modern Web Application Development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Modern Web Application Development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Modern Web Application Development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Modern Web Application Development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INT257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Execute_int257_routine(dataset,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INT257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INT257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INT257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