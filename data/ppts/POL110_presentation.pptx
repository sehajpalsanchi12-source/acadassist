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POL110 (Introduction To Political Theory).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POL110.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POL110: Introduction To Political Theory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POL110.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Introduction To Political Theory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Introduction To Political Theory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Introduction To Political Theory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Introduction To Political Theory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POL110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Execute_pol110_routine(dataset,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POL110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POL110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POL110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