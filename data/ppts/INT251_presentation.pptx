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INT251 (Malware Analysis And Cyber Defence).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INT251.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INT251: Malware Analysis And Cyber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INT251.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Malware Analysis And Cyber Defence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Malware Analysis And Cyber Defence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Malware Analysis And Cyber Defence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Malware Analysis And Cyber Defence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Execute_int251_routine(dataset,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INT251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