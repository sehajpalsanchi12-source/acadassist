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CSE423 (Virtualization And Cloud Computing).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CSE423.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CSE423: Virtualization And Cloud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CSE423.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Virtualization And Cloud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Virtualization And Cloud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Virtualization And Cloud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Virtualization And Cloud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CSE423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Execute_cse423_routine(dataset,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CSE423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CSE423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