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PBA115 (Introduction To Public Administration).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PBA115.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PBA115: Introduction To Public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PBA115.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Public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PBA115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Execute_pba115_routine(dataset,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PBA115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PBA115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PBA115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