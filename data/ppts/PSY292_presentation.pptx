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PSY292 (Positive Psychology).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PSY292.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PSY292: Positive Psychology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PSY292.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Positive Psychology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Positive Psychology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Positive Psychology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Positive Psychology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PSY292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Execute_psy292_routine(dataset,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PSY292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PSY292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PSY292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