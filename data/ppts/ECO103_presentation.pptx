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ECO103 (History Of Economic Thought).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ECO103.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ECO103: History Of Economic 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ECO103.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History Of Economic Thought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History Of Economic Thought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History Of Economic Thought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History Of Economic Thought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ECO103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Execute_eco103_routine(dataset,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ECO103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ECO103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ECO103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