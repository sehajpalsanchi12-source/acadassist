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MKT201 (Principles Of Marketing).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MKT201.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MKT201: Principles Of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MKT201.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MKT201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MKT201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Principles Of Marketing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MKT201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Principles Of Marketing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MKT201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Principles Of Marketing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MKT201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Principles Of Marketing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MKT201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MKT201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Execute_mkt201_routine(dataset,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MKT201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MKT201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MKT201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MKT201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MKT201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MKT201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MKT201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