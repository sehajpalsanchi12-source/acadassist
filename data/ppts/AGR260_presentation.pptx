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AGR260 (Massive Open Online Course 1).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AGR260.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AGR260: Massive Open Online Course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AGR260.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AGR260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AGR260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Massive Open Online Course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AGR260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Massive Open Online Course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AGR260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Massive Open Online Course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AGR260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Massive Open Online Course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AGR260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AGR260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Execute_agr260_routine(dataset,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AGR260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AGR260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AGR260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AGR260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AGR260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AGR260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AGR260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