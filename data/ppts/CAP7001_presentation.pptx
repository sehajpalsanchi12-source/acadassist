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CAP7001 (Data Communication And Networking).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CAP7001.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CAP7001: Data Communication And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CAP7001.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Data Communication And Networking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Data Communication And Networking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Data Communication And Networking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Data Communication And Networking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CAP7001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Execute_cap7001_routine(dataset,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CAP7001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CAP7001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CAP7001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