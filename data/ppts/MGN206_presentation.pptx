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MGN206 (Research Methodology).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MGN206.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MGN206: Research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MGN206.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MGN206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MGN206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Research Methodology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MGN206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Research Methodology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MGN206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Research Methodology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MGN206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Research Methodology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MGN206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MGN206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Execute_mgn206_routine(dataset,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MGN206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MGN206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MGN206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MGN206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MGN206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MGN206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MGN206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