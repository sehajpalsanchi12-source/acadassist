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INT347 (Software Bots).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INT347.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INT347: Software 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INT347.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Software Bots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Software Bots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Software Bots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Software Bots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Execute_int347_routine(dataset,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INT347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