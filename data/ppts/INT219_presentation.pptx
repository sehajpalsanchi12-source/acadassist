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INT219 (Front End Web Developer).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INT219.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INT219: Front End Web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INT219.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Front End Web Developer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Front End Web Developer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Front End Web Developer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Front End Web Developer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Execute_int219_routine(dataset,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INT219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INT219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