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CSE476 (Agentic Ai And Intelligent Automation).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CSE476.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7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CSE476: Agentic Ai And Intelligent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CSE476.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Agentic Ai And Intelligent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Agentic Ai And Intelligent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Agentic Ai And Intelligent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Agentic Ai And Intelligent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CSE476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Execute_cse476_routine(dataset,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CSE476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CSE476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CSE476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