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INT222 (Advanced Web Development).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INT222.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INT222: Advanced Web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INT222.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Getting Started with Node.JS &amp; Handling Data I/O in Node.js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Implementing HTTP Services &amp; Basic Websites With Node.JS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Socket Services in Node.js &amp; Creating middlewares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Getting Started with MongoDB &amp; Introduction to Mongoose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Introduction to PostgreSQL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Testing and Deployment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Getting Started with Node.JS &amp; Handling Data I/O in Node.js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Getting within Advanced Web Development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Started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Getting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Getting]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Implementing HTTP Services &amp; Basic Websites With Node.JS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Implementing within Advanced Web Development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HTTP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Implementing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Implementing]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Socket Services in Node.js &amp; Creating middlewares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Socket within Advanced Web Development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Services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Socket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Socket]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Getting Started with MongoDB &amp; Introduction to Mongoose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Getting within Advanced Web Development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Started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Getting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Getting]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INT222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Execute_int222_routine(dataset,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INT222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INT222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