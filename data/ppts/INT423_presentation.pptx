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INT423 (Machine Learning-Ii).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INT423.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INT423: Machine Learning-Ii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INT423.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Machine Learning-Ii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Machine Learning-Ii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Machine Learning-Ii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Machine Learning-Ii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INT423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Execute_int423_routine(dataset,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INT423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INT423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