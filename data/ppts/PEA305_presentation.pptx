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PEA305 (Analytical Skills-I).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PEA305.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4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PEA305: Analytical Skills-I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PEA305.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Vedic maths, Number system, Average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Percentage, Profit Loss Discount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Logical reasoning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Ratio and proportions, Alligation and mixtures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Permutation and combination, Probability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Simple and compound interest, Analytical reasoning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Vedic maths, Number system, Average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Vedic within Analytical Skills-I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maths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Vedic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Vedic]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Percentage, Profit Loss Discount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Percentage within Analytical Skills-I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Profit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Percentage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Percentage]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Logical reasoning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Logical within Analytical Skills-I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reasoning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Logical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Logical]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Ratio and proportions, Alligation and mixtures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Ratio within Analytical Skills-I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proportions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Ratio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Ratio]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PEA305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Execute_pea305_routine(dataset,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PEA305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A (2M): A train 240 m long crosses a platform of equal length in 24 seconds. What is the speed of ...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A (2M): If 12 men or 18 women can do a work in 14 days, then in how many days can 8 men and 16 wom...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B (10M): A trader marks his goods at 40% above the cost price and allows a discount of 25% on the m...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