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INT364 (Cloud Architecture And Implementation-Ii).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INT364.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5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INT364: Cloud Architecture And Implementation-Ii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INT364.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INT364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INT364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Cloud Architecture And Implementation-Ii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INT364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Cloud Architecture And Implementation-Ii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INT364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Cloud Architecture And Implementation-Ii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INT364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Cloud Architecture And Implementation-Ii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INT364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INT364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Execute_int364_routine(dataset,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INT364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INT364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INT364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INT364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INT364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INT364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INT364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