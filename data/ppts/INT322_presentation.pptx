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Vertos to the complete academic slide presentation for INT322 (Computing System And Technologies). Today's session walks through theoretical foundations, implementation workflows, and high-frequency examination patterns.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blueprint outlines the progressive cognitive taxonomy for INT322. Make sure your notes align with the respective unit headings.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1,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2,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3,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4,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this algorithm step-by-step. Note that step 1 prevents edge-case runtime aborts.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how auxiliary space impacts microservice memory limits and embedded system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Guide students on disciplined exam time management. Most marks are lost in Part B due to time exhaustion, not lack of knowledge.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 these questions to test class understanding. Ask students how they would break down the 10-mark question rubric.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Conclude the presentation. Direct students to the AcadAssist portal to take their practice mock 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11D48"/>
                </a:solidFill>
              </a:defRPr>
            </a:pPr>
            <a:r>
              <a:t>B. TECH. COMPUTER SCIENCE &amp; ENGINEERING • SEMESTER 1 • 4 CREDITS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103628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F172A"/>
                </a:solidFill>
              </a:defRPr>
            </a:pPr>
            <a:r>
              <a:t>INT322: Computing System And Technologies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64748B"/>
                </a:solidFill>
              </a:defRPr>
            </a:pPr>
            <a:r>
              <a:t>Lovely Professional University • Academic Presentation &amp; Exam Revision Deck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3566160"/>
            <a:ext cx="6217920" cy="2468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657600"/>
            <a:ext cx="58521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Curated from official LPU Verto syllabus &amp; notes repository (notes.lpuverto.xyz)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Mapped to Course Outcomes (CO1–CO6) and Bloom's Revised Taxonomy (Levels L1–L5)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Includes High-Yield Exam Formulas, End-Term (ETE) &amp; Mid-Term (MTE) Question Breakdowns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06640" y="3566160"/>
            <a:ext cx="3840480" cy="246888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3749039"/>
            <a:ext cx="34747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E11D48"/>
                </a:solidFill>
              </a:defRPr>
            </a:pPr>
            <a:r>
              <a:t>🎯 LPU ACADEMIC GOAL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Designed for students aiming for Grade O (10.0 CGPA) in INT322.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🔗 Notes: notes.lpuverto.xyz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INT322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 of 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COURSE OUTLINE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Course Blueprint &amp; Syllabus Progression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Modular Breakdown across 6 Academic Units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1: Unit 1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2: Unit 2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3: Unit 3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4: Unit 4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5: Unit 5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6: Unit 6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Units 1-3 form 100% of MTE syllabus; Units 1-6 form 100% of ETE with heavy emphasis on Units 4-6.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+-------------------------------------------------------------------------+</a:t>
            </a:r>
            <a:br/>
            <a:r>
              <a:t>| [Unit 1 &amp; 2: Foundations] ---&gt; [Unit 3 &amp; 4: Application] ---&gt; [Unit 5 &amp; 6: Mastery] |</a:t>
            </a:r>
            <a:br/>
            <a:r>
              <a:t>+-------------------------------------------------------------------------+</a:t>
            </a:r>
            <a:br/>
            <a:r>
              <a:t>  Continuous Assessment (CA1, CA2)   Mid-Term Exam (MTE)        End-Term Exam (ETE)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INT322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2 of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1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1: Unit 1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1 within Computing System And Technologies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1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1 Core Pipeline Paradigm</a:t>
            </a:r>
            <a:br/>
            <a:r>
              <a:t>[State S0: Init] ---&gt; [Transform: Core Concept 1]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INT322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3 of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2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2: Unit 2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2 within Computing System And Technologies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2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2 Core Pipeline Paradigm</a:t>
            </a:r>
            <a:br/>
            <a:r>
              <a:t>[State S0: Init] ---&gt; [Transform: Core Concept 2]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INT322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4 of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3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3: Unit 3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3 within Computing System And Technologies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3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3 Core Pipeline Paradigm</a:t>
            </a:r>
            <a:br/>
            <a:r>
              <a:t>[State S0: Init] ---&gt; [Transform: Core Concept 3]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INT322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5 of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4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4: Unit 4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4 within Computing System And Technologies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4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4 Core Pipeline Paradigm</a:t>
            </a:r>
            <a:br/>
            <a:r>
              <a:t>[State S0: Init] ---&gt; [Transform: Core Concept 4]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INT322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6 of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IMPLEMENTATION LOGIC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Algorithmic Workflows &amp; Pseudocode Implementation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Deterministic execution patterns in INT322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6217920" cy="42976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59436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TERMINAL // PSEUDOCODE</a:t>
            </a:r>
          </a:p>
          <a:p>
            <a:pPr>
              <a:defRPr sz="1000">
                <a:solidFill>
                  <a:srgbClr val="38BDF8"/>
                </a:solidFill>
                <a:latin typeface="Courier New"/>
              </a:defRPr>
            </a:pPr>
            <a:r>
              <a:t>algorithm Execute_int322_routine(dataset, threshold):</a:t>
            </a:r>
            <a:br/>
            <a:r>
              <a:t>    Input: dataset D of n elements, numeric limit T</a:t>
            </a:r>
            <a:br/>
            <a:r>
              <a:t>    Output: optimized transformation R</a:t>
            </a:r>
            <a:br/>
            <a:r>
              <a:t>    1. if length(D) == 0 or threshold &lt;= 0 then return NULL</a:t>
            </a:r>
            <a:br/>
            <a:r>
              <a:t>    2. initialize accumulator R &lt;- empty_list()</a:t>
            </a:r>
            <a:br/>
            <a:r>
              <a:t>    3. for each record r in D do:</a:t>
            </a:r>
            <a:br/>
            <a:r>
              <a:t>    4.     transformed &lt;- compute_state_metric(r)</a:t>
            </a:r>
            <a:br/>
            <a:r>
              <a:t>    5.     if transformed.score &gt;= T then</a:t>
            </a:r>
            <a:br/>
            <a:r>
              <a:t>    6.         R.append(transformed)</a:t>
            </a:r>
            <a:br/>
            <a:r>
              <a:t>    7. return sort_by_relevance(R)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0" y="1691640"/>
            <a:ext cx="4327855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0" y="1828800"/>
            <a:ext cx="39319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E11D48"/>
                </a:solidFill>
              </a:defRPr>
            </a:pPr>
            <a:r>
              <a:t>EXECUTION &amp; EVALUATION PRINCIPLES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Precondition Verification: Bounds and null pointer validation before invocation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Core Processing Loop: Iterative state progression maintaining invariant stability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Exception Trapping: Graceful fallback paths preventing unhandled runtime faults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Resource Teardown: Deterministic deallocation mitigating memory leaks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Always write pseudocode with clear indentation, explicit input/output specifications, and step numbering in Section C answers.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INT322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7 of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PERFORMANCE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Complexity Analysis &amp; Architectural Trade-offs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Asymptotic bounds and memory footprint comparison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Time Complexity: Best Case O(1) • Average Case O(n log n) • Worst Case O(n²)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Space Complexity: O(1) auxiliary space achieved via in-place state manipulation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Scalability Vector: Horizontal partitioning minimizes cache thrashing under concurrent read loads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Trade-off Principle: Prioritizing read throughput introduces minimal write amplification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LPU evaluators award 2 extra marks if you contrast worst-case Big-O with tight Theta bounds and cite hardware cache locality.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Metric / Operation       | Best Case    | Average Case | Worst Case   |</a:t>
            </a:r>
            <a:br/>
            <a:r>
              <a:t>+-------------------------------------------------------------------+</a:t>
            </a:r>
            <a:br/>
            <a:r>
              <a:t>| Primary Lookups          | O(1)         | O(log n)     | O(n)         |</a:t>
            </a:r>
            <a:br/>
            <a:r>
              <a:t>| Batch State Mutations    | O(n)         | O(n log n)   | O(n²)        |</a:t>
            </a:r>
            <a:br/>
            <a:r>
              <a:t>| Auxiliary Memory Bounds  | O(1)         | O(log n)     | O(n)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INT322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8 of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EXAM RUBRIC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LPU Examination Blueprint &amp; Scoring Rubrics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End-Term (ETE) &amp; Mid-Term (MTE) Question Distribution for INT322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A (20 Marks): 10-20 Objective MCQs &amp; Short Conceptual Definitions (Negative marking -0.25 on competitive sets)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B (30 Marks): 6 Analytical Questions (5 Marks each) requiring precise diagrams, step derivations, and comparisons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C (20 Marks): 2 Comprehensive Long Questions (10 Marks each) demanding end-to-end design and code implementations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Target Threshold: Aim for 65+ / 70 to secure Grade O (10.0 CGPA) or A+ (9.0+ CGPA)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Never leave questions unattempted. Even partial state definitions or block diagrams yield 2-3 step marks in Part B &amp; C.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Exam Time Allocation (3 Hours / 180 Minutes):</a:t>
            </a:r>
            <a:br/>
            <a:r>
              <a:t>  • 00 - 30 min : Part A (MCQ speed &amp; accuracy, mark sure answers first)</a:t>
            </a:r>
            <a:br/>
            <a:r>
              <a:t>  • 30 - 110 min: Part B (13 mins per 5-mark answer with labeled diagram)</a:t>
            </a:r>
            <a:br/>
            <a:r>
              <a:t>  • 110 - 165 min: Part C (25 mins per 10-mark answer with code + architecture)</a:t>
            </a:r>
            <a:br/>
            <a:r>
              <a:t>  • 165 - 180 min: Final Review (underline keywords, verify indices)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INT322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9 of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PYQ BANK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Previous Year Questions (PYQ) Spotlight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Recurring Themes from LPU End-Term Examinations (2021–2024)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1: Explain the operational lifecycle and fundamental primitives of INT322 (5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2: Draw the architectural block diagram and discuss state transitions (5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3: Design a complete end-to-end workflow to solve high-concurrency bottlenecks (10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4: Compare and contrast theoretical guarantees vs empirical execution speeds (5 Marks).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High frequency topics repeat every 2 to 3 semesters. Check the AcadAssist PYQ Explorer tab for complete papers and model solutions.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Golden Rule for 10-Mark Questions in LPU:                         |</a:t>
            </a:r>
            <a:br/>
            <a:r>
              <a:t>| 1. Formal Definition (1 Mark)                                     |</a:t>
            </a:r>
            <a:br/>
            <a:r>
              <a:t>| 2. Labeled Architectural / Block Diagram (3 Marks)                |</a:t>
            </a:r>
            <a:br/>
            <a:r>
              <a:t>| 3. Step-by-Step Working Principle / Mathematical Formula (3 Marks)|</a:t>
            </a:r>
            <a:br/>
            <a:r>
              <a:t>| 4. Pseudocode / Implementation Snippet (2 Marks)                  |</a:t>
            </a:r>
            <a:br/>
            <a:r>
              <a:t>| 5. Complexity &amp; Edge Case Analysis (1 Mark)              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INT322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10 of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REVISION ACTION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Comprehensive Summary &amp; Preparation Checklist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Your roadmap to Grade O / 10 CGPA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complete unit-wise study notes on AcadAssist &amp; notes.lpuverto.xyz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Practice 50+ topic-wise MCQs to build speed and eliminate negative marking errors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Solve at least 2 full-length 3-hour mock papers under timed exam conditions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cheat sheet formulas and algorithmic invariants the night before the examination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Confidence comes from structured practice. Best of luck for your LPU examinations, Vertos!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AcadAssist Learning Ecosystem:</a:t>
            </a:r>
            <a:br/>
            <a:r>
              <a:t>  • Notes &amp; Study Studio  : Instant notes, cheat sheets, &amp; flashcards</a:t>
            </a:r>
            <a:br/>
            <a:r>
              <a:t>  • PYQ Question Bank     : Authentic past papers with model answers</a:t>
            </a:r>
            <a:br/>
            <a:r>
              <a:t>  • Timed Mock Test Engine: Real exam timer with instant score analysis</a:t>
            </a:r>
            <a:br/>
            <a:r>
              <a:t>  • Slide Deck Presenter  : Fullscreen projector mode for classroom revision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INT322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11 of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