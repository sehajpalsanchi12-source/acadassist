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CSR102 (Design Thinking And Complex Problem Solving).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CSR102.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CSR102: Design Thinking And Complex Problem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CSR102.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Design Thinking And Complex Problem Solving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Design Thinking And Complex Problem Solving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Design Thinking And Complex Problem Solving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Design Thinking And Complex Problem Solving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CSR102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Execute_csr102_routine(dataset,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CSR102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CSR102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CSR102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