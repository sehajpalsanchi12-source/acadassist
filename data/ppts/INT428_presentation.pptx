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INT428 (Artificial Intelligence Essentials).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INT428.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INT428: Artificial Intelligence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INT428.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Artificial Intelligence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Artificial Intelligence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Artificial Intelligence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Artificial Intelligence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INT428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Execute_int428_routine(dataset,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INT428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INT428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