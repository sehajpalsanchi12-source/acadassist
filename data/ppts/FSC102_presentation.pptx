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FSC102 (Crime Scene Investigation).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FSC102.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FSC102: Crime Scene Investigation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FSC102.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Crime Scene Investigation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Crime Scene Investigation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Crime Scene Investigation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Crime Scene Investigation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FSC102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Execute_fsc102_routine(dataset,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FSC102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FSC102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