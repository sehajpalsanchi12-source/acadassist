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BTY555 (Biotechnology Laboratory-I).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BTY555.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BTY555: Biotechnology Laboratory-I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BTY555.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Biotechnology Laboratory-I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Biotechnology Laboratory-I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Biotechnology Laboratory-I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Biotechnology Laboratory-I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BTY555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Execute_bty555_routine(dataset,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BTY555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BTY555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BTY555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