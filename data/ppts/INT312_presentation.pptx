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INT312 (Big Data Fundamentals).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INT312.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INT312: Big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INT312.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Big Data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Big Data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Big Data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Big Data Fundamentals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Execute_int312_routine(dataset,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INT312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INT312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