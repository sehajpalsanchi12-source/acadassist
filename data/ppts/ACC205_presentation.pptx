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ACC205 (Cost And Management Accounting).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ACC205.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ACC205: Cost And Management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ACC205.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Cost And Management Accounting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Cost And Management Accounting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Cost And Management Accounting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Cost And Management Accounting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ACC205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Execute_acc205_routine(dataset,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ACC205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ACC205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ACC205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