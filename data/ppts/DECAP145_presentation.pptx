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DECAP145 (Odl | Lpu).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DECAP145.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DECAP145: Odl | Lpu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DECAP145.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DECAP145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DECAP145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DECAP145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DECAP145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DECAP145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DECAP145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DECAP145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Execute_decap145_routine(dataset,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DECAP145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DECAP145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DECAP145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DECAP145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DECAP145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DECAP145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DECAP145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