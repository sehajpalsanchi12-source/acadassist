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PHY110 (Engineering Physics).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PHY110.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2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PHY110: Engineering 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PHY110.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Electromagnetic theory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Lasers and applications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Fiber Optics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Quantum Mechanics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Solid State Physics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Introduction to engineering materials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Electromagnetic theory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Electromagnetic within Engineering Physics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theory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Electromagnetic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Electromagnetic]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Lasers and applications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Lasers within Engineering Physics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applications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Lasers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Lasers]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Fiber Optics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Fiber within Engineering Physics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Optics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Fiber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Fiber]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Quantum Mechanics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Quantum within Engineering Physics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Mechanics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Quantum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Quantum]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PHY110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Execute_phy110_routine(dataset,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PHY110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PHY110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PHY110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