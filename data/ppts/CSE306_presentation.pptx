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CSE306 (Computer Networks).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CSE306.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CSE306: Computer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CSE306.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Introduction and Network Models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Physical and Data Link Layers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MAC Sublayer and IP Addressing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Routing and IP Header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Transport Layer and Congestion Control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Application Layer and Wireless Networks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Introduction and Network Models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Network within Computer Networks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Models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Network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Network]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Physical and Data Link Layers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Physical within Computer Networks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Data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Physical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Physical]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MAC Sublayer and IP Addressing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Sublayer within Computer Networks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Addressing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Sublayer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Sublayer]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Routing and IP Header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Routing within Computer Networks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Header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Routing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Routing]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Execute_cse306_routine(dataset,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CSE306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