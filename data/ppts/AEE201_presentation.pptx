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AEE201 (Entrepreneurship Development And Business Communication).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AEE201.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AEE201: Entrepreneurship Development And Business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AEE201.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Entrepreneurship Development And Business Communication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Entrepreneurship Development And Business Communication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Entrepreneurship Development And Business Communication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Entrepreneurship Development And Business Communication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AEE201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Execute_aee201_routine(dataset,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AEE201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AEE201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AEE201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