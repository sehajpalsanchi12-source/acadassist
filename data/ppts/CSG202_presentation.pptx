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CSG202 (Generative Ai Fundamentals).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CSG202.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CSG202: Generative Ai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CSG202.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Generative Ai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Generative Ai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Generative Ai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Generative Ai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CSG202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Execute_csg202_routine(dataset,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CSG202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CSG202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CSG202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