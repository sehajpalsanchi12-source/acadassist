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ENT203 (Biopesticides In Insect Pest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ENT203.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ENT203: Biopesticides In Insect Pest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ENT203.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Biopesticides In Insect Pest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Biopesticides In Insect Pest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Biopesticides In Insect Pest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Biopesticides In Insect Pest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ENT203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Execute_ent203_routine(dataset,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ENT203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ENT203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ENT203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