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HIS103 (History Of India From The Earliest Time Upto 300 Ce).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HIS103.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HIS103: History Of India From The Earliest Time Upto 300 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HIS103.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History Of India From The Earliest Time Upto 300 Ce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HIS103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Execute_his103_routine(dataset,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HIS103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HIS103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