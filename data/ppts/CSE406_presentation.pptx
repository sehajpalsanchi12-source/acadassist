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CSE406 (Advanced Java Programming).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CSE406.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7 • 4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CSE406: Advanced Java Programming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CSE406.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CSE406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CSE406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Advanced Java Programming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CSE406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Advanced Java Programming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CSE406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Advanced Java Programming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CSE406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Advanced Java Programming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CSE406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CSE406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Execute_cse406_routine(dataset,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CSE406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CSE406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CSE406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CSE406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CSE406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CSE406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CSE406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