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CSE472 (Deep Learning For Natural Language Processing).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CSE472.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CSE472: Deep Learning For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CSE472.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Deep Learning For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Deep Learning For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Deep Learning For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Deep Learning For Natural Language Processing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Execute_cse472_routine(dataset,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CSE472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CSE472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