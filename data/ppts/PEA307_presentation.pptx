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PEA307 (Advanced Analytical Skills-I).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PEA307.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PEA307: Advanced Analytical Skills-I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PEA307.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PEA307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Execute_pea307_routine(dataset,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PEA307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PEA307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