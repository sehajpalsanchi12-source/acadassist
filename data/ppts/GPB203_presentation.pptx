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GPB203 (Principles Of Genetics).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GPB203.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GPB203: Principles Of Genetics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GPB203.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GPB203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GPB203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Principles Of Genetics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GPB203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Principles Of Genetics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GPB203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Principles Of Genetics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GPB203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Principles Of Genetics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GPB203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GPB203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Execute_gpb203_routine(dataset,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GPB203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GPB203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GPB203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GPB203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GPB203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GPB203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GPB203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