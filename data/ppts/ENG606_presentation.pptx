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ENG606 (Contemporary Short Stories).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ENG606.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5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ENG606: Contemporary Short Stories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ENG606.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ENG606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ENG606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Contemporary Short Stories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ENG606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Contemporary Short Stories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ENG606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Contemporary Short Stories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ENG606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Contemporary Short Stories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ENG606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ENG606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Execute_eng606_routine(dataset,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ENG606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ENG606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ENG606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ENG606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ENG606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ENG606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ENG606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