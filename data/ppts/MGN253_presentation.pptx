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MGN253 (Human Values And Business Ethics).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MGN253.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3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MGN253: Human Values And Business Ethics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MGN253.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MGN253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MGN253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Human Values And Business Ethics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MGN253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Human Values And Business Ethics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MGN253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Human Values And Business Ethics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MGN253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Human Values And Business Ethics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MGN253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MGN253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Execute_mgn253_routine(dataset,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MGN253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MGN253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MGN253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MGN253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MGN253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MGN253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MGN253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