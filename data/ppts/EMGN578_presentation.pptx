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EMGN578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EMGN578.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EMGN578: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EMGN578.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EMGN578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Execute_emgn578_routine(dataset,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EMGN578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EMGN578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