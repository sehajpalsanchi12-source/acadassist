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PHY175 (Modern Physics And Electronics).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PHY175.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PHY175: Modern Physics And Electronics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PHY175.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Modern Physics And Electronics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Modern Physics And Electronics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Modern Physics And Electronics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Modern Physics And Electronics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PHY175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Execute_phy175_routine(dataset,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PHY175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PHY175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PHY175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