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HRT208 (Production Technology Of Fruit And Plantation Crops).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HRT208.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HRT208: Production Technology Of Fruit And Plantation Crops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HRT208.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Production Technology Of Fruit And Plantation Crops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Production Technology Of Fruit And Plantation Crops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Production Technology Of Fruit And Plantation Crops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Production Technology Of Fruit And Plantation Crops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HRT208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Execute_hrt208_routine(dataset,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HRT208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HRT208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HRT208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