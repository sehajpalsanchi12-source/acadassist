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ASE305 (Flight Mechanics).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ASE305.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1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ASE305: Flight Mechanics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ASE305.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ASE305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ASE305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Flight Mechanics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ASE305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Flight Mechanics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ASE305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Flight Mechanics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ASE305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Flight Mechanics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ASE305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ASE305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Execute_ase305_routine(dataset,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ASE305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ASE305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ASE305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ASE305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ASE305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ASE305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ASE305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