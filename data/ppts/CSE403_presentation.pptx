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CSE403 (Network Security And Cryptography).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CSE403: Network Security And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Network Security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Network Security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Network Security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Network Security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