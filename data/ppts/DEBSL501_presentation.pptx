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DEBSL501 (Corporate Tax Structure And Planning).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DEBSL501.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2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DEBSL501: Corporate Tax Structure And 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DEBSL501.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DEBSL501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DEBSL501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Corporate Tax Structure And Planning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DEBSL501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Corporate Tax Structure And Planning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DEBSL501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Corporate Tax Structure And Planning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DEBSL501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Corporate Tax Structure And Planning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DEBSL501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DEBSL501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Execute_debsl501_routine(dataset,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DEBSL501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DEBSL501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DEBSL501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DEBSL501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DEBSL501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DEBSL501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DEBSL501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