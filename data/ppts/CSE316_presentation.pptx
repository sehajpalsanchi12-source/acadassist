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CSE316 (Operating Systems).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CSE316.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3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CSE316: Operating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CSE316.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Introduction to Operating System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CPU Scheduling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Process Synchronization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Deadlock &amp; Security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Memory Management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File Management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Introduction to Operating System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Operating within Operating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System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Operating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Operating]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CPU Scheduling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Scheduling within Operating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Scheduling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Scheduling]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Process Synchronization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Process within Operating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Synchronization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Process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Process]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Deadlock &amp; Security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Deadlock within Operating Systems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Security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Deadlock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Deadlock]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Execute_cse316_routine(dataset,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CSE316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Which CPU scheduling algorithm may lead to starvation for longer processes?...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What are the four necessary conditions for a deadlock to occur in an operating system?...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Consider a system with 5 processes (P0 to P4) and 3 resource types (A, B, C with 10, 5, 7 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