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DEENG539 (Academic English).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DEENG539.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DEENG539: Academic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DEENG539.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DEENG539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DEENG539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Academic English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DEENG539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Academic English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DEENG539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Academic English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DEENG539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Academic English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DEENG539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DEENG539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Execute_deeng539_routine(dataset,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DEENG539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DEENG539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DEENG539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DEENG539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DEENG539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DEENG539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DEENG539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