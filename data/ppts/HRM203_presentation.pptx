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HRM203 (Human Resource Planning And Development).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HRM203.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HRM203: Human Resource Planning And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HRM203.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HRM203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HRM203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Human Resource Planning And Development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HRM203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Human Resource Planning And Development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HRM203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Human Resource Planning And Development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HRM203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Human Resource Planning And Development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HRM203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HRM203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Execute_hrm203_routine(dataset,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HRM203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HRM203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HRM203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HRM203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HRM203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HRM203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HRM203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