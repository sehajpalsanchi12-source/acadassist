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CSE253 (.Net Programming).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CSE253.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3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CSE253: .Net Programming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CSE253.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.Net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.Net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.Net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.Net Programming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Execute_cse253_routine(dataset,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CSE253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CSE253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