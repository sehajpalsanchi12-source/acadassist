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CSC104 (It Fundamentals).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CSC104.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3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CSC104: It Fundamentals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CSC104.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CSC104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CSC104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It Fundamentals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CSC104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It Fundamentals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CSC104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It Fundamentals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CSC104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It Fundamentals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CSC104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CSC104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Execute_csc104_routine(dataset,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CSC104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CSC104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CSC104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CSC104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CSC104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CSC104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CSC104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