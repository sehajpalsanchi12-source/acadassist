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DENG104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DENG104.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DENG104: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DENG104.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DENG104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Execute_deng104_routine(dataset,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DENG104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DENG104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