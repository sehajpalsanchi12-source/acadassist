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CSE320 (Software Engineering).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CSE320.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CSE320: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CSE320.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Software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Software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Software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Software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Execute_cse320_routine(dataset,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CSE320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