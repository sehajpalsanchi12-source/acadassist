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CSE434 (Game Development In 3D).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CSE434.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CSE434: Game Development In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CSE434.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Game Development In 3D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Game Development In 3D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Game Development In 3D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Game Development In 3D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Execute_cse434_routine(dataset,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CSE434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