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CSE211 (Computer Organization And Design).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CSE211.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4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CSE211: Computer Organization And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CSE211.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Introduction to Digital Systems and HDLs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Computer Organization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Central Processing Unit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Input-Output Organization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Memory Unit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Introduction to GPU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Introduction to Digital Systems and HDLs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Digital within Computer Organization And Design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Systems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Digital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Digital]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Computer Organization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Computer within Computer Organization And Design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Organization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Computer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Computer]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Central Processing Unit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Central within Computer Organization And Design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Processing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Central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Central]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Input-Output Organization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Input within Computer Organization And Design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Output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Input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Input]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CSE211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Execute_cse211_routine(dataset,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CSE211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CSE211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