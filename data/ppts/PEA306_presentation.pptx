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PEA306 (Analytical Skills-Ii).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PEA306.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PEA306: Analytical Skills-Ii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PEA306.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Analytical Skills-Ii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Analytical Skills-Ii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Analytical Skills-Ii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Analytical Skills-Ii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PEA306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Execute_pea306_routine(dataset,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PEA306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PEA306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PEA306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