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SOC113 (Sociology Of India).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SOC113.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1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SOC113: Sociology Of India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SOC113.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SOC113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SOC113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Sociology Of India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SOC113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Sociology Of India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SOC113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Sociology Of India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SOC113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Sociology Of India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SOC113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SOC113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Execute_soc113_routine(dataset,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SOC113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SOC113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SOC113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SOC113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SOC113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SOC113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SOC113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