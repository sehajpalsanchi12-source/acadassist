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PEL545 (Intermediate Communication Skills).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PEL545.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PEL545: Intermediate Communication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PEL545.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Intermediate Communication Skills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Intermediate Communication Skills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Intermediate Communication Skills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Intermediate Communication Skills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PEL545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Execute_pel545_routine(dataset,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PEL545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PEL545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PEL545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