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ENG608 (Contemporary Drama).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ENG608.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ENG608: Contemporary Drama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ENG608.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Contemporary Drama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Contemporary Drama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Contemporary Drama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Contemporary Drama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ENG608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Execute_eng608_routine(dataset,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ENG608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ENG608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