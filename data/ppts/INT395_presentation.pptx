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INT395 (Supervised Learning).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INT395.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INT395: Supervised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INT395.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INT395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INT395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Supervised Learning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INT395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Supervised Learning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INT395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Supervised Learning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INT395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Supervised Learning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INT395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INT395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Execute_int395_routine(dataset,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INT395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INT395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INT395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INT395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INT395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INT395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INT395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