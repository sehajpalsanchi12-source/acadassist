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BTS118 (Cell Biology).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BTS118.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BTS118: Cell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BTS118.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Cell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Cell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Cell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Cell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BTS118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Execute_bts118_routine(dataset,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BTS118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BTS118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BTS118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