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CSE326 (Internet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CSE326.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CSE326: Internet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CSE326.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HTML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Semantic HTML and Forms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Cascading Style Sheets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JavaScript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Interactive Web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Web Application Development and Deployment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HTML Fundamentals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HTML within Internet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Fundamentals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HTML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HTML]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Semantic HTML and Forms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Semantic within Internet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HTML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Semantic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Semantic]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Cascading Style Sheets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Cascading within Internet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Style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Cascading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Cascading]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JavaScript Fundamentals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JavaScript within Internet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Fundamentals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JavaScript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JavaScript]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Execute_cse326_routine(dataset,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CSE326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