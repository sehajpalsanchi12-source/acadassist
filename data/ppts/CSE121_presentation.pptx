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CSE121 (Orientation To Computing-Ii).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CSE121.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2 • 2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CSE121: Orientation To Computing-Ii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CSE121.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Orientation To Computing-Ii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Orientation To Computing-Ii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Orientation To Computing-Ii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Orientation To Computing-Ii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CSE121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Execute_cse121_routine(dataset,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CSE121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CSE121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