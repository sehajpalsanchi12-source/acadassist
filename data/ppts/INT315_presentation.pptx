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INT315 (Cluster Computing).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INT315: Cluster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Cluster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Cluster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Cluster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Cluster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