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AGR233 (Bioherbicide Formulation And Production).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AGR233.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AGR233: Bioherbicide Formulation And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AGR233.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Bioherbicide Formulation And Production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Bioherbicide Formulation And Production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Bioherbicide Formulation And Production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Bioherbicide Formulation And Production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AGR233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Execute_agr233_routine(dataset,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AGR233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AGR233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AGR233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