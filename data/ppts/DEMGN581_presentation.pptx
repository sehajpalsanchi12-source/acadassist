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DEMGN581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DEMGN581.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DEMGN581: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DEMGN581.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DEMGN581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Execute_demgn581_routine(dataset,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DEMGN581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DEMGN581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DEMGN581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