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PEL130 (Advanced Communication Skills 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PEL130.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PEL130: Advanced Communication Skills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PEL130.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Advanced Communication Skills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PEL130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Execute_pel130_routine(dataset,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PEL130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PEL130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PEL130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