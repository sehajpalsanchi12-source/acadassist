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PEL132 (Communication Skills-Ii).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PEL132.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PEL132: Communication Skills-Ii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PEL132.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Communication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PEL132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Execute_pel132_routine(dataset,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PEL132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PEL132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