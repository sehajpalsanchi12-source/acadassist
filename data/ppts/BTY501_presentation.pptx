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BTY501 (Biomolecules And Metabolism).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BTY501.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BTY501: Biomolecules And Metabolism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BTY501.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Biomolecules And Metabolism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Biomolecules And Metabolism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Biomolecules And Metabolism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Biomolecules And Metabolism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BTY501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Execute_bty501_routine(dataset,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BTY501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BTY501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