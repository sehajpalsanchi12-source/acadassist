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CSE202 (Object Oriented Programming).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CSE202.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CSE202: Object Oriented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CSE202.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C++ Programming Basics and Functions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Pointers, Reference Variables, Arrays and String Concepts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Data Files, Constructors and Destructors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Operator Overloading, Type Conversion and Inheritance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Dynamic Memory Management and Polymorphism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Exception Handling, Templates and Standard Template Library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C++ Programming Basics and Functions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Programming within Object Oriented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Basics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Programming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Programming]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Pointers, Reference Variables, Arrays and String Concepts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Pointers within Object Oriented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Reference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Pointers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Pointers]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Data Files, Constructors and Destructors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Data within Object Oriented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Files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Data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Data]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Operator Overloading, Type Conversion and Inheritance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Operator within Object Oriented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Overloading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Operator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Operator]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CSE202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Execute_cse202_routine(dataset,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CSE202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CSE202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