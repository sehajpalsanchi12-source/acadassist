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ECE140 (Workshop On Iot For Digital Society).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ECE140.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ECE140: Workshop On Iot For Digital Society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ECE140.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Workshop On Iot For Digital Society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Workshop On Iot For Digital Society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Workshop On Iot For Digital Society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Workshop On Iot For Digital Society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ECE140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Execute_ece140_routine(dataset,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ECE140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ECE140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