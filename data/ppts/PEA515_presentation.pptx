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PEA515 (Analytical Skills-I).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PEA515.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PEA515: Analytical Skills-I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PEA515.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Analytical Skills-I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PEA515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Execute_pea515_routine(dataset,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PEA515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PEA515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PEA515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