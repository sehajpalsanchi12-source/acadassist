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MTH381 (Number Theory And Cryptography).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MTH381.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8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MTH381: Number Theory And Cryptography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MTH381.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Number Theory And Cryptography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Number Theory And Cryptography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Number Theory And Cryptography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Number Theory And Cryptography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MTH381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Execute_mth381_routine(dataset,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MTH381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MTH381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