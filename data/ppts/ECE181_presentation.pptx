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ECE181 (Introduction To Python).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ECE181.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ECE181: Introduction To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ECE181.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Python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Execute_ece181_routine(dataset,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ECE181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