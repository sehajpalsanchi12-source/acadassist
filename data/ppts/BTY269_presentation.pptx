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BTY269 (Biophysics).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BTY269.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BTY269: Biophysics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BTY269.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BTY269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BTY269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Biophysics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BTY269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Biophysics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BTY269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Biophysics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BTY269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Biophysics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BTY269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BTY269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Execute_bty269_routine(dataset,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BTY269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BTY269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BTY269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BTY269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BTY269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BTY269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BTY269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