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INT402 (Modern Web Programming Tools And Techniques).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INT402.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INT402: Modern Web Programming Tools And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INT402.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Modern Web Programming Tools And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Modern Web Programming Tools And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Modern Web Programming Tools And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Modern Web Programming Tools And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INT402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Execute_int402_routine(dataset,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INT402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INT402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