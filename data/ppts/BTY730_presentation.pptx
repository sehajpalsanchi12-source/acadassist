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BTY730 (Biomechanics).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BTY730.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BTY730: Biomechanics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BTY730.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Biomechanics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BTY730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Execute_bty730_routine(dataset,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BTY730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BTY730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BTY730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