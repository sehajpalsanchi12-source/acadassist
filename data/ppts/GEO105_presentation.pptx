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GEO105 (Environmental Geography).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GEO105.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GEO105: Environmental Geography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GEO105.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Environmental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Environmental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Environmental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Environmental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GEO105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Execute_geo105_routine(dataset,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GEO105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GEO105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