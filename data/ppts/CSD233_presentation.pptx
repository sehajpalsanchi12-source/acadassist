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CSD233 (Design Thinking).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CSD233.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CSD233: Design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CSD233.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Design Thinking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Design Thinking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Design Thinking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Design Thinking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CSD233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Execute_csd233_routine(dataset,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CSD233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CSD233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CSD233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