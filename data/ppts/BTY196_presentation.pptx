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BTY196 (Biosafety And Bioethics).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BTY196.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BTY196: Biosafety And Bioethics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BTY196.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Biosafety And Bioethics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Biosafety And Bioethics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Biosafety And Bioethics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Biosafety And Bioethics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BTY196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Execute_bty196_routine(dataset,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BTY196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BTY196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