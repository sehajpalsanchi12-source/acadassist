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CAP776 (Programming In Python).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CAP776.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CAP776: Programming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CAP776.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Programming In Python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Programming In Python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Programming In Python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Programming In Python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CAP776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Execute_cap776_routine(dataset,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CAP776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CAP776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