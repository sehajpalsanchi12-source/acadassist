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CAP455 (Object Oriented Programming Using C++).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CAP455.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CAP455: Object Oriented Programming Using C++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CAP455.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CAP455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CAP455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Object Oriented Programming Using C++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CAP455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Object Oriented Programming Using C++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CAP455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Object Oriented Programming Using C++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CAP455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Object Oriented Programming Using C++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CAP455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CAP455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Execute_cap455_routine(dataset,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CAP455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CAP455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CAP455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CAP455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CAP455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CAP455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CAP455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