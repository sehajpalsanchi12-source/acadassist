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GEO101 (Geomorphology).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GEO101.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GEO101: Geomorphology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GEO101.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Geomorphology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Geomorphology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Geomorphology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Geomorphology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GEO101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Execute_geo101_routine(dataset,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GEO101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GEO101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