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ECO106 (Introduction To Economics).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ECO106.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ECO106: Introduction To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ECO106.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Economics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Economics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Economics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Economics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ECO106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Execute_eco106_routine(dataset,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ECO106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ECO106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