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PHY109 (Engineering Physics).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PHY109.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PHY109: Engineering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PHY109.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PHY109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Electromagnetic Theory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Lasers and Applications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Fiber Optics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Quantum Mechanics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Solid State 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Introduction to Engineering Materials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PHY109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Electromagnetic Theory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Electromagnetic within Engineering 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Theory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Electromagnetic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Electromagnetic]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PHY109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Lasers and Applications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Lasers within Engineering 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Applications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Lasers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Lasers]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PHY109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Fiber Optics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Fiber within Engineering 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Optics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Fiber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Fiber]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PHY109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Quantum Mechanics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Quantum within Engineering 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Mechanics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Quantum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Quantum]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PHY109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PHY109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Execute_phy109_routine(dataset,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PHY109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PHY109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PHY109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PHY109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The de Broglie wavelength associated with a particle of mass m moving with velocity v is g...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In quantum mechanics, the probability density of finding a particle in state Ψ is given by...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B (15M): Derive the Time-Independent Schrödinger Wave Equation (TISE) in one dimension. Explain the...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PHY109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PHY109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