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ENG607 (Contemporary Prose And Poetry).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ENG607.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ENG607: Contemporary Prose And Poetry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ENG607.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Contemporary Prose And Poetry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Contemporary Prose And Poetry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Contemporary Prose And Poetry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Contemporary Prose And Poetry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ENG607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Execute_eng607_routine(dataset,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ENG607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ENG607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