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ECE279 (Basic Electrical And Electronics Engineering Laboratory).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ECE279.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1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ECE279: Basic Electrical And Electronics Engineering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ECE279.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Basic Electrical And Electronics Engineering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Basic Electrical And Electronics Engineering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Basic Electrical And Electronics Engineering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Basic Electrical And Electronics Engineering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ECE279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Execute_ece279_routine(dataset,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ECE279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ECE279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ECE279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