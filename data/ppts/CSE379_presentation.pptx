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CSE379 (Mobile Automated Testing).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CSE379.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7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CSE379: Mobile Automated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CSE379.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CSE379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CSE379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Mobile Automated Testing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CSE379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Mobile Automated Testing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CSE379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Mobile Automated Testing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CSE379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Mobile Automated Testing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CSE379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CSE379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Execute_cse379_routine(dataset,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CSE379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CSE379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CSE379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CSE379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CSE379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CSE379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CSE379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