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INT416 (Software Project Management Laboratory).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INT416.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INT416: Software Project Management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INT416.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Software Project Management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Software Project Management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Software Project Management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Software Project Management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INT416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Execute_int416_routine(dataset,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INT416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INT416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INT416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