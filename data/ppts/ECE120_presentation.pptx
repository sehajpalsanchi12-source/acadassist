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ECE120 (Basic Electronics Engineering Workshop).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ECE120.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1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ECE120: Basic Electronics Engineering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ECE120.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ECE120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ECE120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Basic Electronics Engineering Workshop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ECE120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Basic Electronics Engineering Workshop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ECE120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Basic Electronics Engineering Workshop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ECE120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Basic Electronics Engineering Workshop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ECE120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ECE120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Execute_ece120_routine(dataset,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ECE120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ECE120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ECE120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ECE120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ECE120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ECE120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ECE120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