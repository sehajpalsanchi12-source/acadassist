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INT374 (Data Analytics With Power Bi).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INT374.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INT374: Data Analytics With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INT374.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Data Analytics With Power Bi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Data Analytics With Power Bi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Data Analytics With Power Bi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Data Analytics With Power Bi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Execute_int374_routine(dataset,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INT374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