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DEMGN578 (International Business Environment).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DEMGN578.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DEMGN578: International Business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DEMGN578.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International Business Environment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International Business Environment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International Business Environment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International Business Environment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DEMGN578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Execute_demgn578_routine(dataset,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DEMGN578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DEMGN578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DEMGN578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