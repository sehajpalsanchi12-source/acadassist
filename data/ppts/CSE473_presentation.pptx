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CSE473 (Large Language Models And Agentic Ai).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CSE473.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CSE473: Large Language Models And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CSE473.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Large Language Models And Agentic Ai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Large Language Models And Agentic Ai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Large Language Models And Agentic Ai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Large Language Models And Agentic Ai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Execute_cse473_routine(dataset,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CSE473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