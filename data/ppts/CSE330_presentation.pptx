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CSE330 (Competitive Coding Approaches-Techniques).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CSE330.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CSE330: Competitive Coding Approaches-Techniques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CSE330.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Competitive Coding Approaches-Techniques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Competitive Coding Approaches-Techniques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Competitive Coding Approaches-Techniques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Competitive Coding Approaches-Techniques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Execute_cse330_routine(dataset,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CSE330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