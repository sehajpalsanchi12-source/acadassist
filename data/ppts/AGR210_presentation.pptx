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AGR210 (Crop Production Technology-I (Kharif Crops)).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AGR210.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AGR210: Crop Production Technology-I (Kharif Crops)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AGR210.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Crop Production Technology-I (Kharif Crops)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Crop Production Technology-I (Kharif Crops)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Crop Production Technology-I (Kharif Crops)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Crop Production Technology-I (Kharif Crops)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AGR210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Execute_agr210_routine(dataset,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AGR210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AGR210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