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FSC110 (Crime Scene Investigation Laboratory).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FSC110.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FSC110: Crime Scene Investigation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FSC110.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Crime Scene Investigation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Crime Scene Investigation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Crime Scene Investigation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Crime Scene Investigation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FSC110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Execute_fsc110_routine(dataset,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FSC110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FSC110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