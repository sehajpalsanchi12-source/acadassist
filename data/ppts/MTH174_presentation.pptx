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MTH174 (Engineering Mathematics).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MTH174.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MTH174: Engineering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MTH174.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Matrix Algebra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Linear differential equation-I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Linear differential equation-II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Fourier Series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Multivariate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Integral Calculus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Matrix Algebra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Matrix within Engineering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Algebra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Matrix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Matrix]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Linear differential equation-I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Linear within Engineering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Linear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Linear]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Linear differential equation-II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Linear within Engineering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Linear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Linear]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Fourier Series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Fourier within Engineering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Series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Fourier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Fourier]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MTH174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Execute_mth174_routine(dataset,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MTH174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MTH174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