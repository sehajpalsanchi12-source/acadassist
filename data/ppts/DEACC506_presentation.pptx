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DEACC506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DEACC506.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DEACC506: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DEACC506.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DEACC506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Execute_deacc506_routine(dataset,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DEACC506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DEACC506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DEACC506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