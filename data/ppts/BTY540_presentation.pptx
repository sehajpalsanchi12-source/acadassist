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BTY540 (Plant Biotechnology).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BTY540.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BTY540: Plant Biotechnology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BTY540.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Plant Biotechnology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Plant Biotechnology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Plant Biotechnology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Plant Biotechnology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Execute_bty540_routine(dataset,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BTY540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BTY540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