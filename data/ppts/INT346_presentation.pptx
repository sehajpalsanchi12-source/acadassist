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INT346 (Robotic Process Automation).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INT346.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5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INT346: Robotic Process Automation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INT346.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Robotic Process Automation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Robotic Process Automation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Robotic Process Automation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Robotic Process Automation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INT346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Execute_int346_routine(dataset,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INT346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INT346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INT346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