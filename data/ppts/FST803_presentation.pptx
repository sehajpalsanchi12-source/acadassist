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FST803 (Fashion Design Process).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FST803.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7 • 3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FST803: Fashion Design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FST803.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FST803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FST803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Fashion Design Process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FST803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Fashion Design Process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FST803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Fashion Design Process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FST803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Fashion Design Process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FST803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FST803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Execute_fst803_routine(dataset,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FST803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FST803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FST803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FST803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FST803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FST803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FST803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