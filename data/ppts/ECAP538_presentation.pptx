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ECAP538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ECAP538.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ECAP538: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ECAP538.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ECAP538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ECAP538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ECAP538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ECAP538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ECAP538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ECAP538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ECAP538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Execute_ecap538_routine(dataset,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ECAP538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ECAP538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ECAP538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ECAP538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ECAP538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ECAP538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ECAP538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