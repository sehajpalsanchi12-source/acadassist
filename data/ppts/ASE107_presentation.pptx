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ASE107 (Fundamental Of Drone Technology).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ASE107.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ASE107: Fundamental Of Drone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ASE107.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Fundamental Of Drone 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Fundamental Of Drone 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Fundamental Of Drone 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Fundamental Of Drone 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ASE107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Execute_ase107_routine(dataset,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ASE107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ASE107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ASE107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