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CSE274 (Applied Machine Learning).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CSE274.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CSE274: Applied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CSE274.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Applied Machine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Applied Machine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Applied Machine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Applied Machine Learning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CSE274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Execute_cse274_routine(dataset,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CSE274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CSE274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CSE274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