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ECAP790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ECAP790.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ECAP790: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ECAP790.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ECAP790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Execute_ecap790_routine(dataset,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ECAP790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ECAP790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