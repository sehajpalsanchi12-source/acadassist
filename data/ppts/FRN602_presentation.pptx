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FRN602 (Foundation French 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FRN602.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FRN602: Foundation French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FRN602.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Foundation French 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Foundation French 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Foundation French 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Foundation French 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FRN602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Execute_frn602_routine(dataset,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FRN602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FRN602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