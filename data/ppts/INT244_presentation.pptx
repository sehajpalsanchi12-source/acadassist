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INT244 (Securing Computing Systems).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INT244.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INT244: Securing Computing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INT244.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Securing Computing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Securing Computing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Securing Computing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Securing Computing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Execute_int244_routine(dataset,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INT244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