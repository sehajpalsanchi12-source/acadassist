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INT252 (Web App Development With Reactjs).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INT252.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INT252: Web App Development With Reactjs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INT252.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Web App Development With Reactjs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Web App Development With Reactjs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Web App Development With Reactjs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Web App Development With Reactjs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INT252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Execute_int252_routine(dataset,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INT252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INT252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INT252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