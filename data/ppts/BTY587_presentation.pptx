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BTY587 (Data Analysis And Simulations).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BTY587.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3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BTY587: Data Analysis And Simulations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BTY587.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BTY587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BTY587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Data Analysis And Simulations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BTY587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Data Analysis And Simulations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BTY587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Data Analysis And Simulations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BTY587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Data Analysis And Simulations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BTY587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BTY587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Execute_bty587_routine(dataset,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BTY587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BTY587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BTY587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BTY587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BTY587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BTY587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BTY587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