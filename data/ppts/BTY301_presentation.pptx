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BTY301 (Biochemistry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BTY301.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BTY301: Biochemistry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BTY301.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Biochemistry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Biochemistry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Biochemistry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Biochemistry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BTY301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Execute_bty301_routine(dataset,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BTY301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BTY301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BTY301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