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BTY422 (Dissertation-I).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BTY422.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BTY422: Dissertation-I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BTY422.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Dissertation-I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Dissertation-I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Dissertation-I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Dissertation-I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BTY422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Execute_bty422_routine(dataset,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BTY422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BTY422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