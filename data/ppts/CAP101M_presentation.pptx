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CAP101M (Programme Orientation-I).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CAP101M.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CAP101M: Programme Orientation-I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CAP101M.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Programme Orientation-I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CAP101M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Execute_cap101m_routine(dataset,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CAP101M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CAP101M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CAP101M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