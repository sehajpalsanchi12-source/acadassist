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FSC100 (Introduction To Forensic Science).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FSC100.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FSC100: Introduction To Forensic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FSC100.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Introduction To Forensic Science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Introduction To Forensic Science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Introduction To Forensic Science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Introduction To Forensic Science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FSC100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Execute_fsc100_routine(dataset,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FSC100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FSC100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