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CSE310 (Programming In Java).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CSE310.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4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CSE310: Programming In Java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CSE310.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Introduction to Java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Loops, Arrays, and OOP Concepts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Inheritance and Polymorphism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Nested Class, Lambda Expressions, and Exceptions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I/O Fundamentals, Generics, and Multithreading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Collections and Java Database Programming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Introduction to Java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Java within Programming In Java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Java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Java]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Loops, Arrays, and OOP Concepts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Loops within Programming In Java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Arrays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Loops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Loops]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Inheritance and Polymorphism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Inheritance within Programming In Java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Polymorphism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Inheritance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Inheritance]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Nested Class, Lambda Expressions, and Exceptions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Nested within Programming In Java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Class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Nested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Nested]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CSE310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Execute_cse310_routine(dataset,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CSE310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CSE310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CSE310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