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INT306 (Database Management Systems).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INT306.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INT306: Database Management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INT306.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Introduction to database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Relational query language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Relational Operations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Relational Database Design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Programming Constructs in Databases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NoSQLDatabases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Introduction to database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database within Database Management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database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database]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Relational query language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Relational within Database Management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query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Relational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Relational]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Relational Operations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Relational within Database Management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Operations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Relational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Relational]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Relational Database Design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Relational within Database Management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Database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Relational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Relational]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Execute_int306_routine(dataset,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INT306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INT306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