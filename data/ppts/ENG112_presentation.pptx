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ENG112 (Indian Writing In English).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ENG112.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ENG112: Indian Writing 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ENG112.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Indian Writing In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Indian Writing In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Indian Writing In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Indian Writing In English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ENG112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Execute_eng112_routine(dataset,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ENG112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ENG112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ENG112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