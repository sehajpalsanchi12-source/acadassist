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SOC371 (Sociology Of Media).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SOC371.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SOC371: Sociology Of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SOC371.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Sociology Of Media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Sociology Of Media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Sociology Of Media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Sociology Of Media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SOC371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Execute_soc371_routine(dataset,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SOC371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SOC371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SOC371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