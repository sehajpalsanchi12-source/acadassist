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HIS291 (Ancient Indian History And Culture).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HIS291.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HIS291: Ancient Indian History And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HIS291.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Ancient Indian History And Culture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Ancient Indian History And Culture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Ancient Indian History And Culture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Ancient Indian History And Culture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HIS291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Execute_his291_routine(dataset,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HIS291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HIS291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