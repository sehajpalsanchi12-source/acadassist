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INT108 (Python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INT108.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INT108: Python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INT108.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Setting up your Programming Environment; Variables, Expression and Statements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Conditional and Iterative Statements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String, Lists, Tuples and Dictionaries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Functions and recursion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Classes and objects; Object oriented programming terminology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Files and Exceptions; Regular Expressions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Setting up your Programming Environment; Variables, Expression and Statements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Setting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your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Setting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Setting]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Conditional and Iterative Statements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Conditional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Iterative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Conditional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Conditional]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String, Lists, Tuples and Dictionaries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String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Lists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String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String]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Functions and recursion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Functions within Python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recursion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Functions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Functions]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INT108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Execute_int108_routine(dataset,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INT108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What is the output of print(type(lambda x: x * 2)) in Python?...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Which of the following data structures in Python is immutable?...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Write a Python script using list comprehension and lambda to process a list of student dic...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INT108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