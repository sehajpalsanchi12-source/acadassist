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FRN601 (French Language Skills 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FRN601.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FRN601: French Language Skills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FRN601.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French Language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French Language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French Language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French Language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FRN601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Execute_frn601_routine(dataset,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FRN601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FRN601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FRN601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