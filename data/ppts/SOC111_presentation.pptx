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SOC111 (Introduction To Sociology).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SOC111.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SOC111: Introduction To Sociology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SOC111.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Sociology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Sociology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Sociology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Sociology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SOC111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Execute_soc111_routine(dataset,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SOC111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SOC111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SOC111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