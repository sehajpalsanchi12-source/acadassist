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CSE377 (Web Automation Testing).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CSE377.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CSE377: Web Automation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CSE377.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Web Automation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Web Automation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Web Automation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Web Automation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CSE377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Execute_cse377_routine(dataset,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CSE377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CSE377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