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ASE204 (Aerodynamics-Ii).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ASE204.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ASE204: Aerodynamics-Ii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ASE204.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Aerodynamics-Ii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Aerodynamics-Ii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Aerodynamics-Ii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Aerodynamics-Ii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ASE204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Execute_ase204_routine(dataset,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ASE204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ASE204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