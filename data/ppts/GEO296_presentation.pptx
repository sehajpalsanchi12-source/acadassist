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GEO296 (Human Geography).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GEO296.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GEO296: Human Geography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GEO296.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Human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Human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Human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Human Geography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GEO296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Execute_geo296_routine(dataset,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GEO296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GEO296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GEO296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