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INT221 (Mvc Programming).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INT221.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INT221: Mvc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INT221.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Mvc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Mvc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Mvc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Mvc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INT221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Execute_int221_routine(dataset,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INT221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INT221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INT221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