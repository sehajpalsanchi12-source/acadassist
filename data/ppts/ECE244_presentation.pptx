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ECE244 (Elements Of Robotics).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ECE244.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ECE244: Elements Of Robotics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ECE244.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Elements Of Robotics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Elements Of Robotics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Elements Of Robotics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Elements Of Robotics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ECE244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Execute_ece244_routine(dataset,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ECE244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ECE244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