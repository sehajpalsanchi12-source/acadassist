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PTH215 (Biopesticides And Biofertilizers In Plant Disease Management).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PTH215.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PTH215: Biopesticides And Biofertilizers In Plant Disease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PTH215.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Biopesticides And Biofertilizers In Plant Disease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Biopesticides And Biofertilizers In Plant Disease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Biopesticides And Biofertilizers In Plant Disease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Biopesticides And Biofertilizers In Plant Disease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PTH215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Execute_pth215_routine(dataset,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PTH215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PTH215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