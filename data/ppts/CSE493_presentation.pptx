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CSE493 (Linux System Administration).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CSE493.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CSE493: Linux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CSE493.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Linux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Linux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Linux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Linux System Administration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CSE493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Execute_cse493_routine(dataset,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CSE493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CSE493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CSE493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