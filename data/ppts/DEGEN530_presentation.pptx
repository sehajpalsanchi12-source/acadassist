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DEGEN530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DEGEN530.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DEGEN530: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DEGEN530.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DEGEN530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DEGEN530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DEGEN530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DEGEN530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DEGEN530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DEGEN530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DEGEN530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Execute_degen530_routine(dataset,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DEGEN530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DEGEN530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DEGEN530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DEGEN530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DEGEN530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DEGEN530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DEGEN530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