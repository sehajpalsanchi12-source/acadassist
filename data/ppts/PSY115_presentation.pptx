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PSY115 (Statistical Methods For Psychological Research).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PSY115.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PSY115: Statistical Methods For Psychological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PSY115.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Statistical Methods For Psychological Research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Statistical Methods For Psychological Research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Statistical Methods For Psychological Research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Statistical Methods For Psychological Research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PSY115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Execute_psy115_routine(dataset,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PSY115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PSY115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