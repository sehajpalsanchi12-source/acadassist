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CSE276 (Artificial Intelligence Foundations).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CSE276.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CSE276: Artificial Intelligence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CSE276.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Artificial Intelligence Foundations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Artificial Intelligence Foundations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Artificial Intelligence Foundations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Artificial Intelligence Foundations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CSE276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Execute_cse276_routine(dataset,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CSE276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CSE276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