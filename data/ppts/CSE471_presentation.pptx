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CSE471 (Deep Learning For Computer Vision).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CSE471.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CSE471: Deep Learning For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CSE471.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Deep Learning For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Deep Learning For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Deep Learning For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Deep Learning For Computer Vision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Execute_cse471_routine(dataset,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CSE471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