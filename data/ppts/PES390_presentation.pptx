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PES390 (Soft Skills).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PES390.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PES390: Soft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PES390.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PES390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PES390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Soft Skills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PES390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Soft Skills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PES390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Soft Skills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PES390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Soft Skills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PES390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PES390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Execute_pes390_routine(dataset,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PES390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PES390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PES390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PES390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PES390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PES390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PES390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