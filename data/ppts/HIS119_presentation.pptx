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HIS119 (Social Formations And Cultural Patterns Of The Ancient World).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HIS119.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HIS119: Social Formations And Cultural Patterns Of The Ancient World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HIS119.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HIS119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HIS119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Social Formations And Cultural Patterns Of The Ancient World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HIS119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Social Formations And Cultural Patterns Of The Ancient World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HIS119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Social Formations And Cultural Patterns Of The Ancient World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HIS119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Social Formations And Cultural Patterns Of The Ancient World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HIS119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HIS119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Execute_his119_routine(dataset,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HIS119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HIS119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HIS119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HIS119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HIS119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HIS119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HIS119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