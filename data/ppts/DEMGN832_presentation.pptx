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DEMGN832 (Research Methodology).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DEMGN832.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DEMGN832: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DEMGN832.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DEMGN832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Execute_demgn832_routine(dataset,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DEMGN832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DEMGN832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DEMGN832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