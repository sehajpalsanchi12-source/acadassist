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INT250 (Digital Evidence Analysis).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INT250.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INT250: Digital Evidence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INT250.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Digital Evidence Analysis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Digital Evidence Analysis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Digital Evidence Analysis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Digital Evidence Analysis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Execute_int250_routine(dataset,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INT250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