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MKT905 (Search Engine Optimization).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MKT905.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MKT905: Search Engine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MKT905.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Search Engine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Search Engine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Search Engine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Search Engine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MKT905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Execute_mkt905_routine(dataset,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MKT905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MKT905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MKT905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