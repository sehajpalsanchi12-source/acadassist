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PSY103 (Foundations Of Psychology).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PSY103.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PSY103: Foundations Of Psychology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PSY103.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PSY103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PSY103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Foundations Of Psychology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PSY103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Foundations Of Psychology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PSY103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Foundations Of Psychology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PSY103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Foundations Of Psychology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PSY103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PSY103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Execute_psy103_routine(dataset,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PSY103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PSY103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PSY103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PSY103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PSY103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PSY103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PSY103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