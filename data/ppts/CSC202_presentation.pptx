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CSC202 (System Administration).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CSC202.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CSC202: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CSC202.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CSC202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Execute_csc202_routine(dataset,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CSC202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CSC202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