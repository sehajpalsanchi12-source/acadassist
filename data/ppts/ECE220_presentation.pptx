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ECE220 (Signal And Systems).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ECE220.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ECE220: Signal And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ECE220.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ECE220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ECE220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Signal And Systems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ECE220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Signal And Systems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ECE220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Signal And Systems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ECE220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Signal And Systems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ECE220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ECE220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Execute_ece220_routine(dataset,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ECE220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ECE220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ECE220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ECE220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ECE220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ECE220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ECE220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