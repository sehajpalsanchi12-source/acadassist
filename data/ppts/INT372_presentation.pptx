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INT372 (Iphone Application Programming).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INT372.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INT372: Iphone Application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INT372.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Iphone Application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Iphone Application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Iphone Application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Iphone Application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INT372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Execute_int372_routine(dataset,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INT372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INT372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