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MTH401 (Discrete Mathematics).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MTH401.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MTH401: Discrete Mathematics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MTH401.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MTH401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Logic and Proofs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Recurrence Relations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Counting Principles and Relations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Graphs theory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Graphs theory 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Number theory and its application in cryptography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MTH401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Logic and Proofs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Logic within Discrete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Proofs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Logic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Logic]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MTH401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Recurrence Relations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Recurrence within Discrete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Relations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Recurrence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Recurrence]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MTH401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Counting Principles and Relations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Counting within Discrete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Principles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Counting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Counting]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MTH401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Graphs theory I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Graphs within Discrete Mathematics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theory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Graphs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Graphs]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MTH401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MTH401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Execute_mth401_routine(dataset,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MTH401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MTH401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MTH401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MTH401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The number of edges in a complete graph K_n with n vertices is:...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A relation R on a set A is an Equivalence Relation if and only if it is:...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B (10M): Solve the recurrence relation: a_n - 7 a_(n-1) + 12 a_(n-2) = 0 for n &gt;= 2 with initial co...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MTH401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MTH401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