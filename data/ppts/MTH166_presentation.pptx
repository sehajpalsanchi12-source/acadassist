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MTH166 (Differential Equations And Vector Calculus).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MTH166.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2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MTH166: Differential Equations And Vector Calculus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MTH166.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Ordinary differential equations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Differential equations of higher order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Linear Differential Equations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Partial Differential Equation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Vector Calculus 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Vector calculus II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Ordinary differential equations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Ordinary within Differential Equations And Vector Calculus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differential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Ordinary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Ordinary]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Differential equations of higher order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Differential within Differential Equations And Vector Calculus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equations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Differential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Differential]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Linear Differential Equations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Linear within Differential Equations And Vector Calculus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Differential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Linear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Linear]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Partial Differential Equation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Partial within Differential Equations And Vector Calculus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Differential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Partial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Partial]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MTH166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Execute_mth166_routine(dataset,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MTH166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A differential equation of the form M(x,y)dx + N(x,y)dy = 0 is exact if and only if:...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A (2M): The integrating factor for the linear differential equation dy/dx + P(x)y = Q(x) is given ...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PYQ Part B (10M): Solve the initial value problem: (x^2 + y^2) dx - 2xy dy = 0 with the initial condition y(...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MTH166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