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CSE408 (Design And Analysis Of Algorithms).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CSE408.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CSE408: Design And Analysis Of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CSE408.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Foundations of Algorithm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String Matching Algorithms and Computational Geometry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Divide and Conquer and Order Statistics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Dynamic Programming and Greedy Techniques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Backtracking and Approximation Algorithms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Number-Theoretic Algorithms and Complexity Classes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Foundations of Algorithm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Foundations within Design And Analysis Of Algorithms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Algorithm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Foundations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Foundations]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String Matching Algorithms and Computational Geometry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String within Design And Analysis Of Algorithms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Matching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String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String]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Divide and Conquer and Order Statistics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Divide within Design And Analysis Of Algorithms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Conquer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Divide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Divide]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Dynamic Programming and Greedy Techniques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Dynamic within Design And Analysis Of Algorithms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Programming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Dynamic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Dynamic]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CSE408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Execute_cse408_routine(dataset,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CSE408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A (2M): What is the time complexity of the Floyd-Warshall all-pairs shortest paths algorithm?...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A (2M): Which algorithm design technique solves 0/1 Knapsack problem optimally?...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B (10M): Given two sequences X = 'ABCBDAB' and Y = 'BDCABA', find the Longest Common Subsequence (L...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