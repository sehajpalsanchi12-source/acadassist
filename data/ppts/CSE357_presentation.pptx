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CSE357 (Combinatorial Studies).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CSE357.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6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CSE357: Combinatorial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CSE357.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CSE357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CSE357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Combinatorial Studies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CSE357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Combinatorial Studies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CSE357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Combinatorial Studies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CSE357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Combinatorial Studies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CSE357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CSE357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Execute_cse357_routine(dataset,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CSE357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CSE357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CSE357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CSE357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CSE357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CSE357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CSE357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