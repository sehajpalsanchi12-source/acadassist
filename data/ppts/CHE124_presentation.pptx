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CHE124 (Engineering Chemistry).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CHE124.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CHE124: Engineering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CHE124.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Engineering 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Engineering 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Engineering 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Engineering 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CHE124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Execute_che124_routine(dataset,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CHE124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CHE124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CHE124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