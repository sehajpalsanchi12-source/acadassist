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POL118 (Constitutional Government And Democracy In India).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POL118.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POL118: Constitutional Government And Democracy In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POL118.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Constitutional Government And Democracy In India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Constitutional Government And Democracy In India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Constitutional Government And Democracy In India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Constitutional Government And Democracy In India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POL118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Execute_pol118_routine(dataset,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POL118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POL118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