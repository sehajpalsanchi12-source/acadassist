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INT394 (Machine Learning Algorithms).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INT394.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INT394: Machine Learning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INT394.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Machine Learning Algorithms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Machine Learning Algorithms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Machine Learning Algorithms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Machine Learning Algorithms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INT394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Execute_int394_routine(dataset,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INT394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INT394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INT394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