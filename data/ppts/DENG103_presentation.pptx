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DENG103 (Odl | Lpu).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DENG103.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DENG103: Odl | Lpu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DENG103.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DENG103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DENG103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DENG103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DENG103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DENG103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DENG103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DENG103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Execute_deng103_routine(dataset,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DENG103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DENG103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DENG103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DENG103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DENG103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DENG103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DENG103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