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ERT425 (Entrepreneurship And Business Basics).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ERT425.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ERT425: Entrepreneurship And Business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ERT425.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Entrepreneurship And Business Basics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Entrepreneurship And Business Basics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Entrepreneurship And Business Basics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Entrepreneurship And Business Basics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ERT425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Execute_ert425_routine(dataset,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ERT425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ERT425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ERT425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