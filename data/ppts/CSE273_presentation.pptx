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CSE273 (CSE273).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CSE273.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CSE273: CSE273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CSE273.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CSE273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CSE273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CSE273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CSE273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CSE273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Execute_cse273_routine(dataset,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CSE273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CSE273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