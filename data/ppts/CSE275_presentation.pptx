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CSE275 (Optimization Techniques For Machine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CSE275.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CSE275: Optimization Techniques For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CSE275.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Optimization Techniques For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Optimization Techniques For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Optimization Techniques For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Optimization Techniques For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Execute_cse275_routine(dataset,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CSE275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