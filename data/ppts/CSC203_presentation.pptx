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CSC203 (Introduction To Blockchain).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CSC203.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CSC203: Introduction To Blockchain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CSC203.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Introduction To Blockchain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Introduction To Blockchain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Introduction To Blockchain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Introduction To Blockchain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CSC203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Execute_csc203_routine(dataset,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CSC203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CSC203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