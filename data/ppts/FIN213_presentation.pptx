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FIN213 (Indian Financial System).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FIN213.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FIN213: Indian Financial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FIN213.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Indian Financial System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Indian Financial System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Indian Financial System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Indian Financial System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FIN213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Execute_fin213_routine(dataset,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FIN213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FIN213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FIN213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