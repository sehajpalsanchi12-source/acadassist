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ENG113 (British Poetry And Drama:14Th-17Th C).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ENG113.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ENG113: British Poetry And Drama:14Th-17Th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ENG113.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ENG113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ENG113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British Poetry And Drama:14Th-17Th C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ENG113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British Poetry And Drama:14Th-17Th C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ENG113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British Poetry And Drama:14Th-17Th C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ENG113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British Poetry And Drama:14Th-17Th C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ENG113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ENG113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Execute_eng113_routine(dataset,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ENG113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ENG113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ENG113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ENG113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ENG113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ENG113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ENG113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