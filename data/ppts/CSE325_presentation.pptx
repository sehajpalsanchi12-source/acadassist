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CSE325 (Operating Systems Laboratory).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CSE325.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4 • 1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CSE325: Operating Systems Laboratory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CSE325.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CSE325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CSE325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Operating Systems Laboratory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CSE325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Operating Systems Laboratory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CSE325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Operating Systems Laboratory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CSE325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Operating Systems Laboratory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CSE325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CSE325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Execute_cse325_routine(dataset,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CSE325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CSE325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CSE325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CSE325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CSE325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CSE325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CSE325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