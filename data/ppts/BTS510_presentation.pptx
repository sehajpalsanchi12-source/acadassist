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BTS510 (Microbiology).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BTS510.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BTS510: Microbiology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BTS510.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Microbiology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BTS510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Execute_bts510_routine(dataset,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BTS510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BTS510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