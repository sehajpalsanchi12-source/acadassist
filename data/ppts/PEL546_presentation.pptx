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PEL546 (Upper Intermediate Communication Skills).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PEL546.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PEL546: Upper Intermediate Communication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PEL546.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Upper Intermediate Communication Skills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Upper Intermediate Communication Skills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Upper Intermediate Communication Skills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Upper Intermediate Communication Skills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PEL546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Execute_pel546_routine(dataset,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PEL546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PEL546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