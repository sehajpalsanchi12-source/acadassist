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INT335 (Design Thinking).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INT335.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3 • 2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INT335: Design Thinking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INT335.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INT335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INT335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Design Thinking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INT335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Design Thinking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INT335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Design Thinking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INT335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Design Thinking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INT335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INT335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Execute_int335_routine(dataset,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INT335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INT335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INT335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INT335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INT335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INT335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INT335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