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CSE227 (Advanced Android App Development).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CSE227.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8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CSE227: Advanced Android App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CSE227.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Advanced Android App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Advanced Android App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Advanced Android App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Advanced Android App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CSE227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Execute_cse227_routine(dataset,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CSE227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CSE227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