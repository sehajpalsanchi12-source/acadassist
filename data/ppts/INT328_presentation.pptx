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INT328 (Network Virtualization And Cloud Security).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INT328.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INT328: Network Virtualization And Cloud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INT328.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Network Virtualization And Cloud Security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Network Virtualization And Cloud Security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Network Virtualization And Cloud Security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Network Virtualization And Cloud Security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Execute_int328_routine(dataset,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INT328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