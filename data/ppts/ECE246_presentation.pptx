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ECE246 (Sensors For Robotics).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ECE246.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ECE246: Sensors For Robotics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ECE246.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Sensors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Sensors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Sensors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Sensors For Robotics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ECE246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Execute_ece246_routine(dataset,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ECE246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ECE246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ECE246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