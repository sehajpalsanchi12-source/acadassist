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PEL125 (Advanced Communication Skills 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PEL125.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PEL125: Advanced Communication Skills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PEL125.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PEL125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Execute_pel125_routine(dataset,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PEL125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PEL125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