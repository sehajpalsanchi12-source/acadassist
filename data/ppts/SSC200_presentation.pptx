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SSC200 (Fundamentals Of Artificial Intelligence).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SSC200.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SSC200: Fundamentals Of 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SSC200.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SSC200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SSC200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Fundamentals Of Artificial Intelligence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SSC200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Fundamentals Of Artificial Intelligence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SSC200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Fundamentals Of Artificial Intelligence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SSC200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Fundamentals Of Artificial Intelligence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SSC200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SSC200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Execute_ssc200_routine(dataset,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SSC200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SSC200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SSC200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SSC200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SSC200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SSC200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SSC200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