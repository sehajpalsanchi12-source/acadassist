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ECE182 (Electronics For Robots).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ECE182.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ECE182: Electronics For Robots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ECE182.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Electronics For Robots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Electronics For Robots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Electronics For Robots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Electronics For Robots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ECE182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Execute_ece182_routine(dataset,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ECE182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ECE182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