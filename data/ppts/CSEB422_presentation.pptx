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CSEB422 (Project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CSEB422.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8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CSEB422: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CSEB422.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CSEB422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Execute_cseb422_routine(dataset,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CSEB422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CSEB422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CSEB422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