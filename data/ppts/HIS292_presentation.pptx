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HIS292 (Medieval Indian History And Culture).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HIS292.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HIS292: Medieval Indian History And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HIS292.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Medieval Indian History And Culture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Medieval Indian History And Culture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Medieval Indian History And Culture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Medieval Indian History And Culture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HIS292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Execute_his292_routine(dataset,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HIS292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HIS292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HIS292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