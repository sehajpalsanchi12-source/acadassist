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INT411 (Software Project Management).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INT411.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7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INT411: Software Project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INT411.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Software Project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Software Project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Software Project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Software Project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INT411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Execute_int411_routine(dataset,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INT411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INT411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