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ECE131 (Basic Electrical And Electronics Engineering).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ECE131.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ECE131: Basic Electrical And Electronics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ECE131.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Fundamentals of D.C.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Fundamentals of A.C.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Fundamentals of electrical machines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Fundamentals of semiconductor devices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Fundamentals of filters and operational amplifier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Embedded system and its application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Fundamentals of D.C. circuits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Fundamentals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circuits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Fundamentals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Fundamentals]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Fundamentals of A.C. circuits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Fundamentals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circuits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Fundamentals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Fundamentals]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Fundamentals of electrical machines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Fundamentals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electrical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Fundamentals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Fundamentals]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Fundamentals of semiconductor devices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Fundamentals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semiconductor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Fundamentals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Fundamentals]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ECE131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Execute_ece131_routine(dataset,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ECE131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Thevenin's equivalent resistance R_th is found by:...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In a series RLC circuit at resonance, the power factor is:...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State Norton's theorem. Convert a given circuit with V_th = 24V and R_th = 6Ω across termi...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