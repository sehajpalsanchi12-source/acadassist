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JAP601 (Japanese-I).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JAP601.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2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JAP601: Japanese-I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JAP601.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JAP601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JAP601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Japanese-I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JAP601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Japanese-I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JAP601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Japanese-I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JAP601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Japanese-I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JAP601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JAP601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Execute_jap601_routine(dataset,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JAP601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JAP601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JAP601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JAP601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JAP601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JAP601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JAP601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