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SSC100M (Program Orientation-I).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SSC100M.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SSC100M: Program Orientation-I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SSC100M.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Program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Program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Program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Program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SSC100M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Execute_ssc100m_routine(dataset,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SSC100M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SSC100M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SSC100M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