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INT242 (Cyber Security Essentials).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INT242.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INT242: Cyber Security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INT242.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Cyber Security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Cyber Security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Cyber Security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Cyber Security Essentials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Execute_int242_routine(dataset,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INT242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