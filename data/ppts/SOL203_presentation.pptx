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SOL203 (Manure And Fertilizer Testing).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SOL203.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SOL203: Manure And Fertilizer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SOL203.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Manure And Fertilizer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Manure And Fertilizer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Manure And Fertilizer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Manure And Fertilizer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SOL203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Execute_sol203_routine(dataset,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SOL203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SOL203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