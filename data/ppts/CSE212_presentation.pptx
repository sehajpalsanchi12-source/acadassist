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CSE212 (Electronic Devices And Circuits).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CSE212.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CSE212: Electronic Devices And Circuits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CSE212.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Electronic Devices And Circuits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Electronic Devices And Circuits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Electronic Devices And Circuits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Electronic Devices And Circuits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CSE212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Execute_cse212_routine(dataset,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CSE212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CSE212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