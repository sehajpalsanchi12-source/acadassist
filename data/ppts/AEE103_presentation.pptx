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AEE103 (Fundamentals Of Extension Education).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AEE103.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AEE103: Fundamentals Of Extension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AEE103.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Fundamentals Of Extension Education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Fundamentals Of Extension Education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Fundamentals Of Extension Education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Fundamentals Of Extension Education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AEE103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Execute_aee103_routine(dataset,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AEE103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AEE103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