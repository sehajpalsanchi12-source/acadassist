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INT331 (Fundamentals Of Devops).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INT331.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INT331: Fundamentals Of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INT331.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Devops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Devops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Devops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Devops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Execute_int331_routine(dataset,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INT331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