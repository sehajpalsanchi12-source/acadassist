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MTH165 (Mathematics For Engineers).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MTH165.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MTH165: Mathematics For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MTH165.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Matrix methods and linear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Differential calculus and its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Fundamentals of integral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Multivariate differentiation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Multivariable integration and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Introduction to Fourier series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Matrix methods and linear systems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Matrix within Mathematics For Engineers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methods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Matrix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Matrix]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Differential calculus and its applications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Differential within Mathematics For Engineers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calculus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Differential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Differential]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Fundamentals of integral calculus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Mathematics For Engineers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integral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Multivariate differentiation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Multivariate within Mathematics For Engineers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differentiation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Multivariate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Multivariate]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MTH165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Execute_mth165_routine(dataset,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MTH165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MTH165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