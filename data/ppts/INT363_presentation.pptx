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INT363 (Cloud Microservices).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INT363.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INT363: Cloud Microservices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INT363.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Cloud Microservices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Cloud Microservices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Cloud Microservices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Cloud Microservices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INT363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Execute_int363_routine(dataset,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INT363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INT363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INT363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