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PSY293 (Psychology Of High Performance).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PSY293.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8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PSY293: Psychology Of High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PSY293.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Psychology Of High Performance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Psychology Of High Performance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Psychology Of High Performance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Psychology Of High Performance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PSY293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Execute_psy293_routine(dataset,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PSY293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PSY293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