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PEA308 (Advanced Analytical Skills-Ii).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PEA308.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PEA308: Advanced Analytical Skills-Ii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PEA308.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PEA308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Execute_pea308_routine(dataset,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PEA308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PEA308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