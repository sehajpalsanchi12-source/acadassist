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CSR101 (Python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CSR101.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CSR101: Python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CSR101.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CSR101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Execute_csr101_routine(dataset,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CSR101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CSR101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