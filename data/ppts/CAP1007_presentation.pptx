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CAP1007 (Fundamentals Of Information Technology).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CAP1007.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CAP1007: Fundamentals Of Information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CAP1007.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Fundamentals Of Information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Fundamentals Of Information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Fundamentals Of Information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Fundamentals Of Information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CAP1007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Execute_cap1007_routine(dataset,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CAP1007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CAP1007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