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INT332 (Devops Virtualization And Configuration Management).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INT332.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6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INT332: Devops Virtualization And Configuration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INT332.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Devops Virtualization And Configuration Management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Devops Virtualization And Configuration Management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Devops Virtualization And Configuration Management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Devops Virtualization And Configuration Management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INT332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Execute_int332_routine(dataset,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INT332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INT332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