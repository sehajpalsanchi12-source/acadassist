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BTY102 (Microbiology).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BTY102.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BTY102: Microbiology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BTY102.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Microbiology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Microbiology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Microbiology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Microbiology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BTY102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Execute_bty102_routine(dataset,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BTY102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BTY102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