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MTH136 (Discrete Structures).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MTH136.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MTH136: Discrete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MTH136.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Discrete Structures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Discrete Structures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Discrete Structures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Discrete Structures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Execute_mth136_routine(dataset,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MTH136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MTH136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MTH136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