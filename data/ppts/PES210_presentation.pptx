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PES210 (Soft Skills For Managers).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PES210.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PES210: Soft Skills For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PES210.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 Skills For Managers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 Skills For Managers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 Skills For Managers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 Skills For Managers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PES210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Execute_pes210_routine(dataset,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PES210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PES210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