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ECE245 (Elements Of Robotics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ECE245.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1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ECE245: Elements Of Robotics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ECE245.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Elements Of Robotics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Elements Of Robotics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Elements Of Robotics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Elements Of Robotics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Execute_ece245_routine(dataset,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ECE245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