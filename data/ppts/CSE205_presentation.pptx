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CSE205 (Data Structures And Algorithms).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CSE205.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3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CSE205: Data Structures And Algorithms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CSE205.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CSE205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Introduction, Arrays, Sorting and Searching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Linked Lists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Stacks and Queues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Recursion and Trees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Heaps and Hashing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Graphs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CSE205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Introduction, Arrays, Sorting and Searching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Arrays within Data Structures And Algorithms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Sorting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Arrays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Arrays]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CSE205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Linked Lists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Linked within Data Structures And Algorithms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Lists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Linked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Linked]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CSE205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Stacks and Queues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Stacks within Data Structures And Algorithms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Queues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Stacks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Stacks]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CSE205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Recursion and Trees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Recursion within Data Structures And Algorithms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Trees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Recursion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Recursion]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CSE205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CSE205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Execute_cse205_routine(dataset,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CSE205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CSE205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CSE205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CSE205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PYQ Part A (2M): What is the worst-case time complexity of QuickSort?...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PYQ Part A (2M): Which data structure is primarily used to implement Breadth-First Search (BFS) on a graph?...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PYQ Part B (10M): Convert the following infix expression to postfix using the Stack algorithm showing step-b...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CSE205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CSE205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