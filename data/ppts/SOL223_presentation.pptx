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SOL223 (Farm Machinery And Power).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SOL223.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SOL223: Farm Machinery And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SOL223.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Farm Machinery And Power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Farm Machinery And Power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Farm Machinery And Power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Farm Machinery And Power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SOL223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Execute_sol223_routine(dataset,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SOL223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SOL223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SOL223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