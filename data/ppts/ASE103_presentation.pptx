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ASE103 (Fly Against Gravity).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ASE103.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ASE103: Fly Against Gravity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ASE103.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Fly Against Gravity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Fly Against Gravity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Fly Against Gravity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Fly Against Gravity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ASE103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Execute_ase103_routine(dataset,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ASE103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ASE103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