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ECE237 (Architecting Smart Iot Devices).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ECE237.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ECE237: Architecting Smart Iot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ECE237.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Architecting Smart Iot Devices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Architecting Smart Iot Devices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Architecting Smart Iot Devices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Architecting Smart Iot Devices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Execute_ece237_routine(dataset,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ECE237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ECE237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