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CSC303 (Digital Forensics).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CSC303.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CSC303: Digital Forensics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CSC303.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CSC303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CSC303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Digital Forensics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CSC303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Digital Forensics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CSC303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Digital Forensics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CSC303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Digital Forensics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CSC303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CSC303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Execute_csc303_routine(dataset,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CSC303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CSC303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CSC303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CSC303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CSC303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CSC303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CSC303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