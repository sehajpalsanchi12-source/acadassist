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BTY114 (Cell Biology Laboratory).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BTY114.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BTY114: Cell Biology Laboratory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BTY114.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Cell Biology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Cell Biology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Cell Biology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Cell Biology Laboratory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BTY114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Execute_bty114_routine(dataset,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BTY114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BTY114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BTY114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